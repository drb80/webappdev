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1"/>
  </p:sldMasterIdLst>
  <p:notesMasterIdLst>
    <p:notesMasterId r:id="rId28"/>
  </p:notesMasterIdLst>
  <p:sldIdLst>
    <p:sldId id="256" r:id="rId2"/>
    <p:sldId id="257" r:id="rId3"/>
    <p:sldId id="259" r:id="rId4"/>
    <p:sldId id="258" r:id="rId5"/>
    <p:sldId id="260" r:id="rId6"/>
    <p:sldId id="261" r:id="rId7"/>
    <p:sldId id="262" r:id="rId8"/>
    <p:sldId id="263" r:id="rId9"/>
    <p:sldId id="264" r:id="rId10"/>
    <p:sldId id="268" r:id="rId11"/>
    <p:sldId id="265" r:id="rId12"/>
    <p:sldId id="266" r:id="rId13"/>
    <p:sldId id="280" r:id="rId14"/>
    <p:sldId id="267" r:id="rId15"/>
    <p:sldId id="281" r:id="rId16"/>
    <p:sldId id="269" r:id="rId17"/>
    <p:sldId id="270" r:id="rId18"/>
    <p:sldId id="271" r:id="rId19"/>
    <p:sldId id="272" r:id="rId20"/>
    <p:sldId id="279" r:id="rId21"/>
    <p:sldId id="273" r:id="rId22"/>
    <p:sldId id="274" r:id="rId23"/>
    <p:sldId id="275" r:id="rId24"/>
    <p:sldId id="276" r:id="rId25"/>
    <p:sldId id="277" r:id="rId26"/>
    <p:sldId id="278" r:id="rId2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42"/>
  </p:normalViewPr>
  <p:slideViewPr>
    <p:cSldViewPr snapToGrid="0" snapToObjects="1">
      <p:cViewPr varScale="1">
        <p:scale>
          <a:sx n="109" d="100"/>
          <a:sy n="109" d="100"/>
        </p:scale>
        <p:origin x="984"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EFB78-8344-6C42-BA0A-6B5BD2F034D5}" type="datetimeFigureOut">
              <a:rPr lang="en-US" smtClean="0"/>
              <a:t>9/29/26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F6743-141B-3A4D-96B1-E1617817999C}" type="slidenum">
              <a:rPr lang="en-US" smtClean="0"/>
              <a:t>‹#›</a:t>
            </a:fld>
            <a:endParaRPr lang="en-US"/>
          </a:p>
        </p:txBody>
      </p:sp>
    </p:spTree>
    <p:extLst>
      <p:ext uri="{BB962C8B-B14F-4D97-AF65-F5344CB8AC3E}">
        <p14:creationId xmlns:p14="http://schemas.microsoft.com/office/powerpoint/2010/main" val="2033496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By Google - http://</a:t>
            </a:r>
            <a:r>
              <a:rPr lang="en-US" dirty="0" err="1"/>
              <a:t>www.gwtproject.org</a:t>
            </a:r>
            <a:r>
              <a:rPr lang="en-US" dirty="0"/>
              <a:t>/articles/</a:t>
            </a:r>
            <a:r>
              <a:rPr lang="en-US" dirty="0" err="1"/>
              <a:t>testing_methodologies_using_gwt.html</a:t>
            </a:r>
            <a:r>
              <a:rPr lang="en-US" dirty="0"/>
              <a:t>, CC BY-SA 3.0, https://</a:t>
            </a:r>
            <a:r>
              <a:rPr lang="en-US" dirty="0" err="1"/>
              <a:t>commons.wikimedia.org</a:t>
            </a:r>
            <a:r>
              <a:rPr lang="en-US" dirty="0"/>
              <a:t>/w/</a:t>
            </a:r>
            <a:r>
              <a:rPr lang="en-US" dirty="0" err="1"/>
              <a:t>index.php?curid</a:t>
            </a:r>
            <a:r>
              <a:rPr lang="en-US" dirty="0"/>
              <a:t>=34271902</a:t>
            </a:r>
          </a:p>
        </p:txBody>
      </p:sp>
      <p:sp>
        <p:nvSpPr>
          <p:cNvPr id="4" name="Slide Number Placeholder 3"/>
          <p:cNvSpPr>
            <a:spLocks noGrp="1"/>
          </p:cNvSpPr>
          <p:nvPr>
            <p:ph type="sldNum" sz="quarter" idx="5"/>
          </p:nvPr>
        </p:nvSpPr>
        <p:spPr/>
        <p:txBody>
          <a:bodyPr/>
          <a:lstStyle/>
          <a:p>
            <a:fld id="{32EF6743-141B-3A4D-96B1-E1617817999C}" type="slidenum">
              <a:rPr lang="en-US" smtClean="0"/>
              <a:t>2</a:t>
            </a:fld>
            <a:endParaRPr lang="en-US"/>
          </a:p>
        </p:txBody>
      </p:sp>
    </p:spTree>
    <p:extLst>
      <p:ext uri="{BB962C8B-B14F-4D97-AF65-F5344CB8AC3E}">
        <p14:creationId xmlns:p14="http://schemas.microsoft.com/office/powerpoint/2010/main" val="4241683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https://</a:t>
            </a:r>
            <a:r>
              <a:rPr lang="en-US" dirty="0" err="1"/>
              <a:t>www.beyondjava.net</a:t>
            </a:r>
            <a:r>
              <a:rPr lang="en-US" dirty="0"/>
              <a:t>/model-view-whatever</a:t>
            </a:r>
          </a:p>
        </p:txBody>
      </p:sp>
      <p:sp>
        <p:nvSpPr>
          <p:cNvPr id="4" name="Slide Number Placeholder 3"/>
          <p:cNvSpPr>
            <a:spLocks noGrp="1"/>
          </p:cNvSpPr>
          <p:nvPr>
            <p:ph type="sldNum" sz="quarter" idx="5"/>
          </p:nvPr>
        </p:nvSpPr>
        <p:spPr/>
        <p:txBody>
          <a:bodyPr/>
          <a:lstStyle/>
          <a:p>
            <a:fld id="{32EF6743-141B-3A4D-96B1-E1617817999C}" type="slidenum">
              <a:rPr lang="en-US" smtClean="0"/>
              <a:t>9</a:t>
            </a:fld>
            <a:endParaRPr lang="en-US"/>
          </a:p>
        </p:txBody>
      </p:sp>
    </p:spTree>
    <p:extLst>
      <p:ext uri="{BB962C8B-B14F-4D97-AF65-F5344CB8AC3E}">
        <p14:creationId xmlns:p14="http://schemas.microsoft.com/office/powerpoint/2010/main" val="1426925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https://</a:t>
            </a:r>
            <a:r>
              <a:rPr lang="en-US" dirty="0" err="1"/>
              <a:t>vuejs.org</a:t>
            </a:r>
            <a:r>
              <a:rPr lang="en-US" dirty="0"/>
              <a:t>/v2/guide/</a:t>
            </a:r>
          </a:p>
        </p:txBody>
      </p:sp>
      <p:sp>
        <p:nvSpPr>
          <p:cNvPr id="4" name="Slide Number Placeholder 3"/>
          <p:cNvSpPr>
            <a:spLocks noGrp="1"/>
          </p:cNvSpPr>
          <p:nvPr>
            <p:ph type="sldNum" sz="quarter" idx="5"/>
          </p:nvPr>
        </p:nvSpPr>
        <p:spPr/>
        <p:txBody>
          <a:bodyPr/>
          <a:lstStyle/>
          <a:p>
            <a:fld id="{32EF6743-141B-3A4D-96B1-E1617817999C}" type="slidenum">
              <a:rPr lang="en-US" smtClean="0"/>
              <a:t>10</a:t>
            </a:fld>
            <a:endParaRPr lang="en-US"/>
          </a:p>
        </p:txBody>
      </p:sp>
    </p:spTree>
    <p:extLst>
      <p:ext uri="{BB962C8B-B14F-4D97-AF65-F5344CB8AC3E}">
        <p14:creationId xmlns:p14="http://schemas.microsoft.com/office/powerpoint/2010/main" val="1973909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https://</a:t>
            </a:r>
            <a:r>
              <a:rPr lang="en-US" dirty="0" err="1"/>
              <a:t>en.wikipedia.org</a:t>
            </a:r>
            <a:r>
              <a:rPr lang="en-US" dirty="0"/>
              <a:t>/wiki/</a:t>
            </a:r>
            <a:r>
              <a:rPr lang="en-US" dirty="0" err="1"/>
              <a:t>Progressive_web_applications</a:t>
            </a:r>
            <a:endParaRPr lang="en-US" dirty="0"/>
          </a:p>
        </p:txBody>
      </p:sp>
      <p:sp>
        <p:nvSpPr>
          <p:cNvPr id="4" name="Slide Number Placeholder 3"/>
          <p:cNvSpPr>
            <a:spLocks noGrp="1"/>
          </p:cNvSpPr>
          <p:nvPr>
            <p:ph type="sldNum" sz="quarter" idx="5"/>
          </p:nvPr>
        </p:nvSpPr>
        <p:spPr/>
        <p:txBody>
          <a:bodyPr/>
          <a:lstStyle/>
          <a:p>
            <a:fld id="{32EF6743-141B-3A4D-96B1-E1617817999C}" type="slidenum">
              <a:rPr lang="en-US" smtClean="0"/>
              <a:t>11</a:t>
            </a:fld>
            <a:endParaRPr lang="en-US"/>
          </a:p>
        </p:txBody>
      </p:sp>
    </p:spTree>
    <p:extLst>
      <p:ext uri="{BB962C8B-B14F-4D97-AF65-F5344CB8AC3E}">
        <p14:creationId xmlns:p14="http://schemas.microsoft.com/office/powerpoint/2010/main" val="1707612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EF6743-141B-3A4D-96B1-E1617817999C}" type="slidenum">
              <a:rPr lang="en-US" smtClean="0"/>
              <a:t>19</a:t>
            </a:fld>
            <a:endParaRPr lang="en-US"/>
          </a:p>
        </p:txBody>
      </p:sp>
    </p:spTree>
    <p:extLst>
      <p:ext uri="{BB962C8B-B14F-4D97-AF65-F5344CB8AC3E}">
        <p14:creationId xmlns:p14="http://schemas.microsoft.com/office/powerpoint/2010/main" val="2648399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EF6743-141B-3A4D-96B1-E1617817999C}" type="slidenum">
              <a:rPr lang="en-US" smtClean="0"/>
              <a:t>24</a:t>
            </a:fld>
            <a:endParaRPr lang="en-US"/>
          </a:p>
        </p:txBody>
      </p:sp>
    </p:spTree>
    <p:extLst>
      <p:ext uri="{BB962C8B-B14F-4D97-AF65-F5344CB8AC3E}">
        <p14:creationId xmlns:p14="http://schemas.microsoft.com/office/powerpoint/2010/main" val="2689014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EF6743-141B-3A4D-96B1-E1617817999C}" type="slidenum">
              <a:rPr lang="en-US" smtClean="0"/>
              <a:t>26</a:t>
            </a:fld>
            <a:endParaRPr lang="en-US"/>
          </a:p>
        </p:txBody>
      </p:sp>
    </p:spTree>
    <p:extLst>
      <p:ext uri="{BB962C8B-B14F-4D97-AF65-F5344CB8AC3E}">
        <p14:creationId xmlns:p14="http://schemas.microsoft.com/office/powerpoint/2010/main" val="2695650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685800" y="794204"/>
            <a:ext cx="7772400" cy="1102519"/>
          </a:xfrm>
          <a:solidFill>
            <a:schemeClr val="bg1">
              <a:alpha val="95000"/>
            </a:schemeClr>
          </a:solidFill>
          <a:effectLst>
            <a:softEdge rad="63500"/>
          </a:effectLst>
        </p:spPr>
        <p:txBody>
          <a:bodyPr/>
          <a:lstStyle>
            <a:lvl1pPr>
              <a:defRPr baseline="0">
                <a:solidFill>
                  <a:schemeClr val="tx1"/>
                </a:solidFill>
              </a:defRPr>
            </a:lvl1pPr>
          </a:lstStyle>
          <a:p>
            <a:r>
              <a:rPr lang="en-US" baseline="0" dirty="0">
                <a:solidFill>
                  <a:schemeClr val="tx1"/>
                </a:solidFill>
              </a:rPr>
              <a:t>Click to edit title</a:t>
            </a:r>
            <a:endParaRPr lang="en-US" dirty="0">
              <a:solidFill>
                <a:schemeClr val="bg1"/>
              </a:solidFill>
            </a:endParaRPr>
          </a:p>
        </p:txBody>
      </p:sp>
      <p:sp>
        <p:nvSpPr>
          <p:cNvPr id="3" name="Text Placeholder 2"/>
          <p:cNvSpPr>
            <a:spLocks noGrp="1"/>
          </p:cNvSpPr>
          <p:nvPr>
            <p:ph type="body" sz="quarter" idx="10" hasCustomPrompt="1"/>
          </p:nvPr>
        </p:nvSpPr>
        <p:spPr>
          <a:xfrm>
            <a:off x="1710890" y="2237708"/>
            <a:ext cx="5707109" cy="757171"/>
          </a:xfrm>
          <a:prstGeom prst="roundRect">
            <a:avLst>
              <a:gd name="adj" fmla="val 37895"/>
            </a:avLst>
          </a:prstGeom>
          <a:solidFill>
            <a:schemeClr val="bg1">
              <a:alpha val="95000"/>
            </a:schemeClr>
          </a:solidFill>
          <a:effectLst>
            <a:softEdge rad="63500"/>
          </a:effectLst>
        </p:spPr>
        <p:txBody>
          <a:bodyPr anchor="ctr" anchorCtr="0"/>
          <a:lstStyle>
            <a:lvl1pPr marL="0" indent="0" algn="ctr">
              <a:buNone/>
              <a:defRPr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subtitle</a:t>
            </a:r>
          </a:p>
        </p:txBody>
      </p:sp>
      <p:sp>
        <p:nvSpPr>
          <p:cNvPr id="2" name="Date Placeholder 1">
            <a:extLst>
              <a:ext uri="{FF2B5EF4-FFF2-40B4-BE49-F238E27FC236}">
                <a16:creationId xmlns:a16="http://schemas.microsoft.com/office/drawing/2014/main" id="{9B409C91-6E3E-5409-2F44-4E770C50190C}"/>
              </a:ext>
            </a:extLst>
          </p:cNvPr>
          <p:cNvSpPr>
            <a:spLocks noGrp="1"/>
          </p:cNvSpPr>
          <p:nvPr>
            <p:ph type="dt" sz="half" idx="11"/>
          </p:nvPr>
        </p:nvSpPr>
        <p:spPr/>
        <p:txBody>
          <a:bodyPr/>
          <a:lstStyle/>
          <a:p>
            <a:fld id="{52965337-1BF1-E949-8684-788294C83A35}" type="datetime1">
              <a:rPr lang="en-US" smtClean="0"/>
              <a:pPr/>
              <a:t>9/29/26</a:t>
            </a:fld>
            <a:endParaRPr lang="en-US" dirty="0"/>
          </a:p>
        </p:txBody>
      </p:sp>
      <p:sp>
        <p:nvSpPr>
          <p:cNvPr id="4" name="Footer Placeholder 3">
            <a:extLst>
              <a:ext uri="{FF2B5EF4-FFF2-40B4-BE49-F238E27FC236}">
                <a16:creationId xmlns:a16="http://schemas.microsoft.com/office/drawing/2014/main" id="{594118C6-B924-AA1F-AEFC-17607998D78C}"/>
              </a:ext>
            </a:extLst>
          </p:cNvPr>
          <p:cNvSpPr>
            <a:spLocks noGrp="1"/>
          </p:cNvSpPr>
          <p:nvPr>
            <p:ph type="ftr" sz="quarter" idx="12"/>
          </p:nvPr>
        </p:nvSpPr>
        <p:spPr/>
        <p:txBody>
          <a:bodyPr/>
          <a:lstStyle/>
          <a:p>
            <a:r>
              <a:rPr lang="en-US"/>
              <a:t>© Steve Beaty and others as cited</a:t>
            </a:r>
            <a:endParaRPr lang="en-US" dirty="0"/>
          </a:p>
        </p:txBody>
      </p:sp>
      <p:sp>
        <p:nvSpPr>
          <p:cNvPr id="5" name="Slide Number Placeholder 4">
            <a:extLst>
              <a:ext uri="{FF2B5EF4-FFF2-40B4-BE49-F238E27FC236}">
                <a16:creationId xmlns:a16="http://schemas.microsoft.com/office/drawing/2014/main" id="{29E93608-8881-8010-4D06-440F9FBB6BE8}"/>
              </a:ext>
            </a:extLst>
          </p:cNvPr>
          <p:cNvSpPr>
            <a:spLocks noGrp="1"/>
          </p:cNvSpPr>
          <p:nvPr>
            <p:ph type="sldNum" sz="quarter" idx="13"/>
          </p:nvPr>
        </p:nvSpPr>
        <p:spPr/>
        <p:txBody>
          <a:bodyPr/>
          <a:lstStyle/>
          <a:p>
            <a:fld id="{37D050C8-32A2-8944-BC0A-E76DEAECED1E}" type="slidenum">
              <a:rPr lang="en-US" smtClean="0"/>
              <a:pPr/>
              <a:t>‹#›</a:t>
            </a:fld>
            <a:endParaRPr lang="en-US" dirty="0"/>
          </a:p>
        </p:txBody>
      </p:sp>
    </p:spTree>
    <p:extLst>
      <p:ext uri="{BB962C8B-B14F-4D97-AF65-F5344CB8AC3E}">
        <p14:creationId xmlns:p14="http://schemas.microsoft.com/office/powerpoint/2010/main" val="108538390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200151"/>
            <a:ext cx="8229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DB39033B-5031-2DE5-AF8A-E269BDEE889F}"/>
              </a:ext>
            </a:extLst>
          </p:cNvPr>
          <p:cNvSpPr>
            <a:spLocks noGrp="1"/>
          </p:cNvSpPr>
          <p:nvPr>
            <p:ph type="dt" sz="half" idx="10"/>
          </p:nvPr>
        </p:nvSpPr>
        <p:spPr/>
        <p:txBody>
          <a:bodyPr/>
          <a:lstStyle/>
          <a:p>
            <a:r>
              <a:rPr lang="en-US"/>
              <a:t>11/27/18</a:t>
            </a:r>
          </a:p>
        </p:txBody>
      </p:sp>
      <p:sp>
        <p:nvSpPr>
          <p:cNvPr id="9" name="Footer Placeholder 8">
            <a:extLst>
              <a:ext uri="{FF2B5EF4-FFF2-40B4-BE49-F238E27FC236}">
                <a16:creationId xmlns:a16="http://schemas.microsoft.com/office/drawing/2014/main" id="{8CC0AD20-1FAB-5697-725E-A23B4E11A490}"/>
              </a:ext>
            </a:extLst>
          </p:cNvPr>
          <p:cNvSpPr>
            <a:spLocks noGrp="1"/>
          </p:cNvSpPr>
          <p:nvPr>
            <p:ph type="ftr" sz="quarter" idx="11"/>
          </p:nvPr>
        </p:nvSpPr>
        <p:spPr/>
        <p:txBody>
          <a:bodyPr/>
          <a:lstStyle/>
          <a:p>
            <a:r>
              <a:rPr lang="en-US"/>
              <a:t>© Steve Beaty and others</a:t>
            </a:r>
          </a:p>
        </p:txBody>
      </p:sp>
      <p:sp>
        <p:nvSpPr>
          <p:cNvPr id="10" name="Slide Number Placeholder 9">
            <a:extLst>
              <a:ext uri="{FF2B5EF4-FFF2-40B4-BE49-F238E27FC236}">
                <a16:creationId xmlns:a16="http://schemas.microsoft.com/office/drawing/2014/main" id="{C85ADDAF-31A4-85DD-32A3-DD43B60F68C2}"/>
              </a:ext>
            </a:extLst>
          </p:cNvPr>
          <p:cNvSpPr>
            <a:spLocks noGrp="1"/>
          </p:cNvSpPr>
          <p:nvPr>
            <p:ph type="sldNum" sz="quarter" idx="12"/>
          </p:nvPr>
        </p:nvSpPr>
        <p:spPr/>
        <p:txBody>
          <a:bodyPr/>
          <a:lstStyle/>
          <a:p>
            <a:fld id="{0FCF0B8E-C764-B441-826F-3009896208B1}" type="slidenum">
              <a:rPr lang="en-US" smtClean="0"/>
              <a:t>‹#›</a:t>
            </a:fld>
            <a:endParaRPr lang="en-US"/>
          </a:p>
        </p:txBody>
      </p:sp>
    </p:spTree>
    <p:extLst>
      <p:ext uri="{BB962C8B-B14F-4D97-AF65-F5344CB8AC3E}">
        <p14:creationId xmlns:p14="http://schemas.microsoft.com/office/powerpoint/2010/main" val="15341103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200151"/>
            <a:ext cx="8229600" cy="3394472"/>
          </a:xfrm>
          <a:ln w="25400">
            <a:solidFill>
              <a:schemeClr val="tx1"/>
            </a:solidFill>
          </a:ln>
        </p:spPr>
        <p:txBody>
          <a:bodyPr tIns="228600">
            <a:normAutofit/>
          </a:bodyPr>
          <a:lstStyle>
            <a:lvl1pPr marL="0" indent="0">
              <a:buNone/>
              <a:defRPr sz="2000" b="0" i="0">
                <a:latin typeface="Menlo" panose="020B0609030804020204" pitchFamily="49" charset="0"/>
                <a:ea typeface="Menlo" panose="020B0609030804020204" pitchFamily="49" charset="0"/>
                <a:cs typeface="Menlo" panose="020B0609030804020204" pitchFamily="49" charset="0"/>
              </a:defRPr>
            </a:lvl1pPr>
          </a:lstStyle>
          <a:p>
            <a:pPr lvl="0"/>
            <a:r>
              <a:rPr lang="en-US"/>
              <a:t>Click to edit Master text styles</a:t>
            </a:r>
          </a:p>
        </p:txBody>
      </p:sp>
      <p:sp>
        <p:nvSpPr>
          <p:cNvPr id="8" name="Date Placeholder 7">
            <a:extLst>
              <a:ext uri="{FF2B5EF4-FFF2-40B4-BE49-F238E27FC236}">
                <a16:creationId xmlns:a16="http://schemas.microsoft.com/office/drawing/2014/main" id="{DEEF9C46-CD18-5177-41DC-5A44F050BB88}"/>
              </a:ext>
            </a:extLst>
          </p:cNvPr>
          <p:cNvSpPr>
            <a:spLocks noGrp="1"/>
          </p:cNvSpPr>
          <p:nvPr>
            <p:ph type="dt" sz="half" idx="10"/>
          </p:nvPr>
        </p:nvSpPr>
        <p:spPr/>
        <p:txBody>
          <a:bodyPr/>
          <a:lstStyle/>
          <a:p>
            <a:r>
              <a:rPr lang="en-US"/>
              <a:t>11/27/18</a:t>
            </a:r>
          </a:p>
        </p:txBody>
      </p:sp>
      <p:sp>
        <p:nvSpPr>
          <p:cNvPr id="9" name="Footer Placeholder 8">
            <a:extLst>
              <a:ext uri="{FF2B5EF4-FFF2-40B4-BE49-F238E27FC236}">
                <a16:creationId xmlns:a16="http://schemas.microsoft.com/office/drawing/2014/main" id="{A6447FE1-5C78-6FAD-D883-46A9B247C887}"/>
              </a:ext>
            </a:extLst>
          </p:cNvPr>
          <p:cNvSpPr>
            <a:spLocks noGrp="1"/>
          </p:cNvSpPr>
          <p:nvPr>
            <p:ph type="ftr" sz="quarter" idx="11"/>
          </p:nvPr>
        </p:nvSpPr>
        <p:spPr/>
        <p:txBody>
          <a:bodyPr/>
          <a:lstStyle/>
          <a:p>
            <a:r>
              <a:rPr lang="en-US"/>
              <a:t>© Steve Beaty and others</a:t>
            </a:r>
          </a:p>
        </p:txBody>
      </p:sp>
      <p:sp>
        <p:nvSpPr>
          <p:cNvPr id="10" name="Slide Number Placeholder 9">
            <a:extLst>
              <a:ext uri="{FF2B5EF4-FFF2-40B4-BE49-F238E27FC236}">
                <a16:creationId xmlns:a16="http://schemas.microsoft.com/office/drawing/2014/main" id="{3BEAED22-447D-B036-C934-3337B57F57F0}"/>
              </a:ext>
            </a:extLst>
          </p:cNvPr>
          <p:cNvSpPr>
            <a:spLocks noGrp="1"/>
          </p:cNvSpPr>
          <p:nvPr>
            <p:ph type="sldNum" sz="quarter" idx="12"/>
          </p:nvPr>
        </p:nvSpPr>
        <p:spPr/>
        <p:txBody>
          <a:bodyPr/>
          <a:lstStyle/>
          <a:p>
            <a:fld id="{0FCF0B8E-C764-B441-826F-3009896208B1}" type="slidenum">
              <a:rPr lang="en-US" smtClean="0"/>
              <a:t>‹#›</a:t>
            </a:fld>
            <a:endParaRPr lang="en-US"/>
          </a:p>
        </p:txBody>
      </p:sp>
    </p:spTree>
    <p:extLst>
      <p:ext uri="{BB962C8B-B14F-4D97-AF65-F5344CB8AC3E}">
        <p14:creationId xmlns:p14="http://schemas.microsoft.com/office/powerpoint/2010/main" val="58309726"/>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Two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201866"/>
            <a:ext cx="3991200" cy="3394472"/>
          </a:xfrm>
          <a:ln w="25400" cap="flat">
            <a:solidFill>
              <a:schemeClr val="tx1"/>
            </a:solidFill>
            <a:round/>
          </a:ln>
        </p:spPr>
        <p:txBody>
          <a:bodyPr tIns="228600">
            <a:normAutofit/>
          </a:bodyPr>
          <a:lstStyle>
            <a:lvl1pPr marL="0" indent="0">
              <a:buNone/>
              <a:defRPr sz="2000" b="0" i="0">
                <a:latin typeface="Menlo" panose="020B0609030804020204" pitchFamily="49" charset="0"/>
                <a:ea typeface="Menlo" panose="020B0609030804020204" pitchFamily="49" charset="0"/>
                <a:cs typeface="Menlo" panose="020B0609030804020204" pitchFamily="49" charset="0"/>
              </a:defRPr>
            </a:lvl1pPr>
          </a:lstStyle>
          <a:p>
            <a:pPr lvl="0"/>
            <a:r>
              <a:rPr lang="en-US"/>
              <a:t>Click to edit Master text styles</a:t>
            </a:r>
          </a:p>
        </p:txBody>
      </p:sp>
      <p:sp>
        <p:nvSpPr>
          <p:cNvPr id="7" name="Content Placeholder 2">
            <a:extLst>
              <a:ext uri="{FF2B5EF4-FFF2-40B4-BE49-F238E27FC236}">
                <a16:creationId xmlns:a16="http://schemas.microsoft.com/office/drawing/2014/main" id="{EF3C3831-60B9-204A-AB0D-53E619F83C5B}"/>
              </a:ext>
            </a:extLst>
          </p:cNvPr>
          <p:cNvSpPr>
            <a:spLocks noGrp="1"/>
          </p:cNvSpPr>
          <p:nvPr>
            <p:ph idx="13"/>
          </p:nvPr>
        </p:nvSpPr>
        <p:spPr>
          <a:xfrm>
            <a:off x="4695600" y="1194628"/>
            <a:ext cx="3991200" cy="3394472"/>
          </a:xfrm>
          <a:ln w="25400">
            <a:solidFill>
              <a:schemeClr val="tx1"/>
            </a:solidFill>
          </a:ln>
        </p:spPr>
        <p:txBody>
          <a:bodyPr tIns="228600">
            <a:normAutofit/>
          </a:bodyPr>
          <a:lstStyle>
            <a:lvl1pPr marL="0" indent="0">
              <a:buNone/>
              <a:defRPr sz="2000" b="0" i="0">
                <a:latin typeface="Menlo" panose="020B0609030804020204" pitchFamily="49" charset="0"/>
                <a:ea typeface="Menlo" panose="020B0609030804020204" pitchFamily="49" charset="0"/>
                <a:cs typeface="Menlo" panose="020B0609030804020204" pitchFamily="49" charset="0"/>
              </a:defRPr>
            </a:lvl1pPr>
          </a:lstStyle>
          <a:p>
            <a:pPr lvl="0"/>
            <a:r>
              <a:rPr lang="en-US"/>
              <a:t>Click to edit Master text styles</a:t>
            </a:r>
          </a:p>
        </p:txBody>
      </p:sp>
      <p:sp>
        <p:nvSpPr>
          <p:cNvPr id="9" name="Date Placeholder 8">
            <a:extLst>
              <a:ext uri="{FF2B5EF4-FFF2-40B4-BE49-F238E27FC236}">
                <a16:creationId xmlns:a16="http://schemas.microsoft.com/office/drawing/2014/main" id="{71D19512-769A-1A2D-AE4B-615827F538DF}"/>
              </a:ext>
            </a:extLst>
          </p:cNvPr>
          <p:cNvSpPr>
            <a:spLocks noGrp="1"/>
          </p:cNvSpPr>
          <p:nvPr>
            <p:ph type="dt" sz="half" idx="14"/>
          </p:nvPr>
        </p:nvSpPr>
        <p:spPr/>
        <p:txBody>
          <a:bodyPr/>
          <a:lstStyle/>
          <a:p>
            <a:r>
              <a:rPr lang="en-US"/>
              <a:t>11/27/18</a:t>
            </a:r>
          </a:p>
        </p:txBody>
      </p:sp>
      <p:sp>
        <p:nvSpPr>
          <p:cNvPr id="10" name="Footer Placeholder 9">
            <a:extLst>
              <a:ext uri="{FF2B5EF4-FFF2-40B4-BE49-F238E27FC236}">
                <a16:creationId xmlns:a16="http://schemas.microsoft.com/office/drawing/2014/main" id="{88537417-0F7B-4AB8-2913-FC8911CF4DFA}"/>
              </a:ext>
            </a:extLst>
          </p:cNvPr>
          <p:cNvSpPr>
            <a:spLocks noGrp="1"/>
          </p:cNvSpPr>
          <p:nvPr>
            <p:ph type="ftr" sz="quarter" idx="15"/>
          </p:nvPr>
        </p:nvSpPr>
        <p:spPr/>
        <p:txBody>
          <a:bodyPr/>
          <a:lstStyle/>
          <a:p>
            <a:r>
              <a:rPr lang="en-US"/>
              <a:t>© Steve Beaty and others</a:t>
            </a:r>
          </a:p>
        </p:txBody>
      </p:sp>
      <p:sp>
        <p:nvSpPr>
          <p:cNvPr id="11" name="Slide Number Placeholder 10">
            <a:extLst>
              <a:ext uri="{FF2B5EF4-FFF2-40B4-BE49-F238E27FC236}">
                <a16:creationId xmlns:a16="http://schemas.microsoft.com/office/drawing/2014/main" id="{6C508543-3E8A-F349-1E14-7A34163E0A10}"/>
              </a:ext>
            </a:extLst>
          </p:cNvPr>
          <p:cNvSpPr>
            <a:spLocks noGrp="1"/>
          </p:cNvSpPr>
          <p:nvPr>
            <p:ph type="sldNum" sz="quarter" idx="16"/>
          </p:nvPr>
        </p:nvSpPr>
        <p:spPr/>
        <p:txBody>
          <a:bodyPr/>
          <a:lstStyle/>
          <a:p>
            <a:fld id="{0FCF0B8E-C764-B441-826F-3009896208B1}" type="slidenum">
              <a:rPr lang="en-US" smtClean="0"/>
              <a:t>‹#›</a:t>
            </a:fld>
            <a:endParaRPr lang="en-US"/>
          </a:p>
        </p:txBody>
      </p:sp>
    </p:spTree>
    <p:extLst>
      <p:ext uri="{BB962C8B-B14F-4D97-AF65-F5344CB8AC3E}">
        <p14:creationId xmlns:p14="http://schemas.microsoft.com/office/powerpoint/2010/main" val="3657071607"/>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3304539" y="4731545"/>
            <a:ext cx="876866" cy="364068"/>
          </a:xfrm>
          <a:prstGeom prst="rect">
            <a:avLst/>
          </a:prstGeom>
        </p:spPr>
        <p:txBody>
          <a:bodyPr/>
          <a:lstStyle/>
          <a:p>
            <a:r>
              <a:rPr lang="en-US"/>
              <a:t>11/27/18</a:t>
            </a:r>
          </a:p>
        </p:txBody>
      </p:sp>
      <p:sp>
        <p:nvSpPr>
          <p:cNvPr id="6" name="Footer Placeholder 5"/>
          <p:cNvSpPr>
            <a:spLocks noGrp="1"/>
          </p:cNvSpPr>
          <p:nvPr>
            <p:ph type="ftr" sz="quarter" idx="11"/>
          </p:nvPr>
        </p:nvSpPr>
        <p:spPr/>
        <p:txBody>
          <a:bodyPr/>
          <a:lstStyle/>
          <a:p>
            <a:r>
              <a:rPr lang="en-US"/>
              <a:t>© Steve Beaty and others</a:t>
            </a:r>
          </a:p>
        </p:txBody>
      </p:sp>
      <p:sp>
        <p:nvSpPr>
          <p:cNvPr id="7" name="Slide Number Placeholder 6"/>
          <p:cNvSpPr>
            <a:spLocks noGrp="1"/>
          </p:cNvSpPr>
          <p:nvPr>
            <p:ph type="sldNum" sz="quarter" idx="12"/>
          </p:nvPr>
        </p:nvSpPr>
        <p:spPr/>
        <p:txBody>
          <a:bodyPr/>
          <a:lstStyle/>
          <a:p>
            <a:fld id="{0FCF0B8E-C764-B441-826F-3009896208B1}" type="slidenum">
              <a:rPr lang="en-US" smtClean="0"/>
              <a:t>‹#›</a:t>
            </a:fld>
            <a:endParaRPr lang="en-US"/>
          </a:p>
        </p:txBody>
      </p:sp>
    </p:spTree>
    <p:extLst>
      <p:ext uri="{BB962C8B-B14F-4D97-AF65-F5344CB8AC3E}">
        <p14:creationId xmlns:p14="http://schemas.microsoft.com/office/powerpoint/2010/main" val="31177757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6">
            <a:extLst>
              <a:ext uri="{FF2B5EF4-FFF2-40B4-BE49-F238E27FC236}">
                <a16:creationId xmlns:a16="http://schemas.microsoft.com/office/drawing/2014/main" id="{CD92DC31-8A1B-D6EF-9DCB-F31748611FEA}"/>
              </a:ext>
            </a:extLst>
          </p:cNvPr>
          <p:cNvSpPr>
            <a:spLocks noGrp="1"/>
          </p:cNvSpPr>
          <p:nvPr>
            <p:ph type="dt" sz="half" idx="10"/>
          </p:nvPr>
        </p:nvSpPr>
        <p:spPr/>
        <p:txBody>
          <a:bodyPr/>
          <a:lstStyle/>
          <a:p>
            <a:r>
              <a:rPr lang="en-US"/>
              <a:t>11/27/18</a:t>
            </a:r>
          </a:p>
        </p:txBody>
      </p:sp>
      <p:sp>
        <p:nvSpPr>
          <p:cNvPr id="8" name="Footer Placeholder 7">
            <a:extLst>
              <a:ext uri="{FF2B5EF4-FFF2-40B4-BE49-F238E27FC236}">
                <a16:creationId xmlns:a16="http://schemas.microsoft.com/office/drawing/2014/main" id="{3E733F8A-5589-31C8-DB78-246D75351B3B}"/>
              </a:ext>
            </a:extLst>
          </p:cNvPr>
          <p:cNvSpPr>
            <a:spLocks noGrp="1"/>
          </p:cNvSpPr>
          <p:nvPr>
            <p:ph type="ftr" sz="quarter" idx="11"/>
          </p:nvPr>
        </p:nvSpPr>
        <p:spPr/>
        <p:txBody>
          <a:bodyPr/>
          <a:lstStyle/>
          <a:p>
            <a:r>
              <a:rPr lang="en-US"/>
              <a:t>© Steve Beaty and others</a:t>
            </a:r>
          </a:p>
        </p:txBody>
      </p:sp>
      <p:sp>
        <p:nvSpPr>
          <p:cNvPr id="9" name="Slide Number Placeholder 8">
            <a:extLst>
              <a:ext uri="{FF2B5EF4-FFF2-40B4-BE49-F238E27FC236}">
                <a16:creationId xmlns:a16="http://schemas.microsoft.com/office/drawing/2014/main" id="{CF4200DB-D3DA-2D0A-8CD3-6E48E32FC594}"/>
              </a:ext>
            </a:extLst>
          </p:cNvPr>
          <p:cNvSpPr>
            <a:spLocks noGrp="1"/>
          </p:cNvSpPr>
          <p:nvPr>
            <p:ph type="sldNum" sz="quarter" idx="12"/>
          </p:nvPr>
        </p:nvSpPr>
        <p:spPr/>
        <p:txBody>
          <a:bodyPr/>
          <a:lstStyle/>
          <a:p>
            <a:fld id="{0FCF0B8E-C764-B441-826F-3009896208B1}" type="slidenum">
              <a:rPr lang="en-US" smtClean="0"/>
              <a:t>‹#›</a:t>
            </a:fld>
            <a:endParaRPr lang="en-US"/>
          </a:p>
        </p:txBody>
      </p:sp>
    </p:spTree>
    <p:extLst>
      <p:ext uri="{BB962C8B-B14F-4D97-AF65-F5344CB8AC3E}">
        <p14:creationId xmlns:p14="http://schemas.microsoft.com/office/powerpoint/2010/main" val="144081713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5C487D0D-A6BE-50D0-4804-465FF9AE0F65}"/>
              </a:ext>
            </a:extLst>
          </p:cNvPr>
          <p:cNvSpPr>
            <a:spLocks noGrp="1"/>
          </p:cNvSpPr>
          <p:nvPr>
            <p:ph type="dt" sz="half" idx="10"/>
          </p:nvPr>
        </p:nvSpPr>
        <p:spPr/>
        <p:txBody>
          <a:bodyPr/>
          <a:lstStyle/>
          <a:p>
            <a:r>
              <a:rPr lang="en-US"/>
              <a:t>11/27/18</a:t>
            </a:r>
          </a:p>
        </p:txBody>
      </p:sp>
      <p:sp>
        <p:nvSpPr>
          <p:cNvPr id="7" name="Footer Placeholder 6">
            <a:extLst>
              <a:ext uri="{FF2B5EF4-FFF2-40B4-BE49-F238E27FC236}">
                <a16:creationId xmlns:a16="http://schemas.microsoft.com/office/drawing/2014/main" id="{FF4343B0-C3EA-68AB-7293-4C580E1ED630}"/>
              </a:ext>
            </a:extLst>
          </p:cNvPr>
          <p:cNvSpPr>
            <a:spLocks noGrp="1"/>
          </p:cNvSpPr>
          <p:nvPr>
            <p:ph type="ftr" sz="quarter" idx="11"/>
          </p:nvPr>
        </p:nvSpPr>
        <p:spPr/>
        <p:txBody>
          <a:bodyPr/>
          <a:lstStyle/>
          <a:p>
            <a:r>
              <a:rPr lang="en-US"/>
              <a:t>© Steve Beaty and others</a:t>
            </a:r>
          </a:p>
        </p:txBody>
      </p:sp>
      <p:sp>
        <p:nvSpPr>
          <p:cNvPr id="8" name="Slide Number Placeholder 7">
            <a:extLst>
              <a:ext uri="{FF2B5EF4-FFF2-40B4-BE49-F238E27FC236}">
                <a16:creationId xmlns:a16="http://schemas.microsoft.com/office/drawing/2014/main" id="{498496D9-0557-9109-1A11-35D97D8FDD5A}"/>
              </a:ext>
            </a:extLst>
          </p:cNvPr>
          <p:cNvSpPr>
            <a:spLocks noGrp="1"/>
          </p:cNvSpPr>
          <p:nvPr>
            <p:ph type="sldNum" sz="quarter" idx="12"/>
          </p:nvPr>
        </p:nvSpPr>
        <p:spPr/>
        <p:txBody>
          <a:bodyPr/>
          <a:lstStyle/>
          <a:p>
            <a:fld id="{0FCF0B8E-C764-B441-826F-3009896208B1}" type="slidenum">
              <a:rPr lang="en-US" smtClean="0"/>
              <a:t>‹#›</a:t>
            </a:fld>
            <a:endParaRPr lang="en-US"/>
          </a:p>
        </p:txBody>
      </p:sp>
    </p:spTree>
    <p:extLst>
      <p:ext uri="{BB962C8B-B14F-4D97-AF65-F5344CB8AC3E}">
        <p14:creationId xmlns:p14="http://schemas.microsoft.com/office/powerpoint/2010/main" val="27617525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B955B-3757-0FEC-8150-652A2829B605}"/>
              </a:ext>
            </a:extLst>
          </p:cNvPr>
          <p:cNvSpPr>
            <a:spLocks noGrp="1"/>
          </p:cNvSpPr>
          <p:nvPr>
            <p:ph type="ctrTitle" hasCustomPrompt="1"/>
          </p:nvPr>
        </p:nvSpPr>
        <p:spPr>
          <a:xfrm>
            <a:off x="1143000" y="2046507"/>
            <a:ext cx="6858000" cy="1050488"/>
          </a:xfrm>
        </p:spPr>
        <p:txBody>
          <a:bodyPr anchor="ctr" anchorCtr="0">
            <a:spAutoFit/>
          </a:bodyPr>
          <a:lstStyle>
            <a:lvl1pPr algn="ctr">
              <a:defRPr sz="4500"/>
            </a:lvl1pPr>
          </a:lstStyle>
          <a:p>
            <a:r>
              <a:rPr lang="en-US" dirty="0"/>
              <a:t>Click to edit Section</a:t>
            </a:r>
          </a:p>
        </p:txBody>
      </p:sp>
      <p:sp>
        <p:nvSpPr>
          <p:cNvPr id="4" name="Date Placeholder 3">
            <a:extLst>
              <a:ext uri="{FF2B5EF4-FFF2-40B4-BE49-F238E27FC236}">
                <a16:creationId xmlns:a16="http://schemas.microsoft.com/office/drawing/2014/main" id="{E6323134-95A2-6423-76C0-9D75A168C984}"/>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2419F5F4-E2F3-BFD8-53AA-6A6F195FC68B}"/>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17B90BEB-A9D1-FF29-0E8C-A755B6F9863F}"/>
              </a:ext>
            </a:extLst>
          </p:cNvPr>
          <p:cNvSpPr>
            <a:spLocks noGrp="1"/>
          </p:cNvSpPr>
          <p:nvPr>
            <p:ph type="sldNum" sz="quarter" idx="12"/>
          </p:nvPr>
        </p:nvSpPr>
        <p:spPr/>
        <p:txBody>
          <a:bodyPr/>
          <a:lstStyle/>
          <a:p>
            <a:fld id="{0FCF0B8E-C764-B441-826F-3009896208B1}" type="slidenum">
              <a:rPr lang="en-US" smtClean="0"/>
              <a:t>‹#›</a:t>
            </a:fld>
            <a:endParaRPr lang="en-US"/>
          </a:p>
        </p:txBody>
      </p:sp>
    </p:spTree>
    <p:extLst>
      <p:ext uri="{BB962C8B-B14F-4D97-AF65-F5344CB8AC3E}">
        <p14:creationId xmlns:p14="http://schemas.microsoft.com/office/powerpoint/2010/main" val="354106383"/>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oundRect">
            <a:avLst>
              <a:gd name="adj" fmla="val 44167"/>
            </a:avLst>
          </a:prstGeom>
          <a:solidFill>
            <a:schemeClr val="bg1">
              <a:alpha val="95000"/>
            </a:schemeClr>
          </a:solidFill>
          <a:effectLst>
            <a:softEdge rad="0"/>
          </a:effectLst>
          <a:scene3d>
            <a:camera prst="orthographicFront"/>
            <a:lightRig rig="threePt" dir="t"/>
          </a:scene3d>
          <a:sp3d>
            <a:bevelT/>
          </a:sp3d>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394472"/>
          </a:xfrm>
          <a:prstGeom prst="roundRect">
            <a:avLst/>
          </a:prstGeom>
          <a:solidFill>
            <a:schemeClr val="bg1">
              <a:alpha val="95000"/>
            </a:schemeClr>
          </a:solidFill>
          <a:effectLst>
            <a:softEdge rad="63500"/>
          </a:effectLst>
          <a:scene3d>
            <a:camera prst="orthographicFront"/>
            <a:lightRig rig="threePt" dir="t"/>
          </a:scene3d>
          <a:sp3d>
            <a:bevelT/>
          </a:sp3d>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411356" y="4731545"/>
            <a:ext cx="6454345" cy="365760"/>
          </a:xfrm>
          <a:prstGeom prst="roundRect">
            <a:avLst>
              <a:gd name="adj" fmla="val 48894"/>
            </a:avLst>
          </a:prstGeom>
          <a:solidFill>
            <a:schemeClr val="bg1"/>
          </a:solidFill>
          <a:effectLst>
            <a:softEdge rad="63500"/>
          </a:effectLst>
        </p:spPr>
        <p:txBody>
          <a:bodyPr vert="horz" lIns="91440" tIns="45720" rIns="91440" bIns="45720" rtlCol="0" anchor="ctr"/>
          <a:lstStyle>
            <a:lvl1pPr algn="ctr">
              <a:defRPr sz="1200">
                <a:solidFill>
                  <a:schemeClr val="tx1"/>
                </a:solidFill>
              </a:defRPr>
            </a:lvl1pPr>
          </a:lstStyle>
          <a:p>
            <a:r>
              <a:rPr lang="en-US"/>
              <a:t>© Steve Beaty and others</a:t>
            </a:r>
          </a:p>
        </p:txBody>
      </p:sp>
      <p:sp>
        <p:nvSpPr>
          <p:cNvPr id="6" name="Slide Number Placeholder 5"/>
          <p:cNvSpPr>
            <a:spLocks noGrp="1"/>
          </p:cNvSpPr>
          <p:nvPr>
            <p:ph type="sldNum" sz="quarter" idx="4"/>
          </p:nvPr>
        </p:nvSpPr>
        <p:spPr>
          <a:xfrm>
            <a:off x="7946335" y="4731545"/>
            <a:ext cx="659833" cy="365760"/>
          </a:xfrm>
          <a:prstGeom prst="roundRect">
            <a:avLst>
              <a:gd name="adj" fmla="val 43034"/>
            </a:avLst>
          </a:prstGeom>
          <a:solidFill>
            <a:schemeClr val="bg1"/>
          </a:solidFill>
          <a:effectLst>
            <a:softEdge rad="63500"/>
          </a:effectLst>
        </p:spPr>
        <p:txBody>
          <a:bodyPr vert="horz" lIns="91440" tIns="45720" rIns="91440" bIns="45720" rtlCol="0" anchor="ctr"/>
          <a:lstStyle>
            <a:lvl1pPr algn="ctr">
              <a:defRPr sz="1200">
                <a:solidFill>
                  <a:schemeClr val="tx1">
                    <a:tint val="75000"/>
                  </a:schemeClr>
                </a:solidFill>
              </a:defRPr>
            </a:lvl1pPr>
          </a:lstStyle>
          <a:p>
            <a:fld id="{0FCF0B8E-C764-B441-826F-3009896208B1}" type="slidenum">
              <a:rPr lang="en-US" smtClean="0"/>
              <a:t>‹#›</a:t>
            </a:fld>
            <a:endParaRPr lang="en-US"/>
          </a:p>
        </p:txBody>
      </p:sp>
      <p:sp>
        <p:nvSpPr>
          <p:cNvPr id="4" name="Date Placeholder 2">
            <a:extLst>
              <a:ext uri="{FF2B5EF4-FFF2-40B4-BE49-F238E27FC236}">
                <a16:creationId xmlns:a16="http://schemas.microsoft.com/office/drawing/2014/main" id="{B6740CB2-DC30-5DDB-24B8-219C9C3F5967}"/>
              </a:ext>
            </a:extLst>
          </p:cNvPr>
          <p:cNvSpPr>
            <a:spLocks noGrp="1"/>
          </p:cNvSpPr>
          <p:nvPr>
            <p:ph type="dt" sz="half" idx="2"/>
          </p:nvPr>
        </p:nvSpPr>
        <p:spPr>
          <a:xfrm>
            <a:off x="453856" y="4731545"/>
            <a:ext cx="876866" cy="365760"/>
          </a:xfrm>
          <a:prstGeom prst="roundRect">
            <a:avLst>
              <a:gd name="adj" fmla="val 48894"/>
            </a:avLst>
          </a:prstGeom>
          <a:solidFill>
            <a:schemeClr val="bg1"/>
          </a:solidFill>
          <a:effectLst>
            <a:softEdge rad="63500"/>
          </a:effectLst>
        </p:spPr>
        <p:txBody>
          <a:bodyPr anchor="ctr" anchorCtr="0"/>
          <a:lstStyle>
            <a:lvl1pPr algn="ctr">
              <a:defRPr sz="1200"/>
            </a:lvl1pPr>
          </a:lstStyle>
          <a:p>
            <a:r>
              <a:rPr lang="en-US"/>
              <a:t>11/27/18</a:t>
            </a:r>
          </a:p>
        </p:txBody>
      </p:sp>
    </p:spTree>
    <p:extLst>
      <p:ext uri="{BB962C8B-B14F-4D97-AF65-F5344CB8AC3E}">
        <p14:creationId xmlns:p14="http://schemas.microsoft.com/office/powerpoint/2010/main" val="55365764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Lst>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hf hdr="0"/>
  <p:txStyles>
    <p:titleStyle>
      <a:lvl1pPr algn="ctr" defTabSz="457178" rtl="0" eaLnBrk="1" latinLnBrk="0" hangingPunct="1">
        <a:spcBef>
          <a:spcPct val="0"/>
        </a:spcBef>
        <a:buNone/>
        <a:defRPr sz="4400" kern="1200">
          <a:solidFill>
            <a:schemeClr val="tx1"/>
          </a:solidFill>
          <a:latin typeface="+mj-lt"/>
          <a:ea typeface="+mj-ea"/>
          <a:cs typeface="+mj-cs"/>
        </a:defRPr>
      </a:lvl1pPr>
    </p:titleStyle>
    <p:bodyStyle>
      <a:lvl1pPr marL="342883" indent="-342883" algn="l" defTabSz="457178" rtl="0" eaLnBrk="1" latinLnBrk="0" hangingPunct="1">
        <a:spcBef>
          <a:spcPct val="20000"/>
        </a:spcBef>
        <a:buFont typeface="Arial"/>
        <a:buChar char="•"/>
        <a:defRPr sz="3200" kern="1200">
          <a:solidFill>
            <a:schemeClr val="tx1"/>
          </a:solidFill>
          <a:latin typeface="+mn-lt"/>
          <a:ea typeface="+mn-ea"/>
          <a:cs typeface="+mn-cs"/>
        </a:defRPr>
      </a:lvl1pPr>
      <a:lvl2pPr marL="742913" indent="-285737" algn="l" defTabSz="457178" rtl="0" eaLnBrk="1" latinLnBrk="0" hangingPunct="1">
        <a:spcBef>
          <a:spcPct val="20000"/>
        </a:spcBef>
        <a:buFont typeface="Arial"/>
        <a:buChar char="–"/>
        <a:defRPr sz="2800" kern="1200">
          <a:solidFill>
            <a:schemeClr val="tx1"/>
          </a:solidFill>
          <a:latin typeface="+mn-lt"/>
          <a:ea typeface="+mn-ea"/>
          <a:cs typeface="+mn-cs"/>
        </a:defRPr>
      </a:lvl2pPr>
      <a:lvl3pPr marL="1142942" indent="-228588" algn="l" defTabSz="457178" rtl="0" eaLnBrk="1" latinLnBrk="0" hangingPunct="1">
        <a:spcBef>
          <a:spcPct val="20000"/>
        </a:spcBef>
        <a:buFont typeface="Arial"/>
        <a:buChar char="•"/>
        <a:defRPr sz="2400" kern="1200">
          <a:solidFill>
            <a:schemeClr val="tx1"/>
          </a:solidFill>
          <a:latin typeface="+mn-lt"/>
          <a:ea typeface="+mn-ea"/>
          <a:cs typeface="+mn-cs"/>
        </a:defRPr>
      </a:lvl3pPr>
      <a:lvl4pPr marL="1600120" indent="-228588" algn="l" defTabSz="457178" rtl="0" eaLnBrk="1" latinLnBrk="0" hangingPunct="1">
        <a:spcBef>
          <a:spcPct val="20000"/>
        </a:spcBef>
        <a:buFont typeface="Arial"/>
        <a:buChar char="–"/>
        <a:defRPr sz="2000" kern="1200">
          <a:solidFill>
            <a:schemeClr val="tx1"/>
          </a:solidFill>
          <a:latin typeface="+mn-lt"/>
          <a:ea typeface="+mn-ea"/>
          <a:cs typeface="+mn-cs"/>
        </a:defRPr>
      </a:lvl4pPr>
      <a:lvl5pPr marL="2057297" indent="-228588" algn="l" defTabSz="457178" rtl="0" eaLnBrk="1" latinLnBrk="0" hangingPunct="1">
        <a:spcBef>
          <a:spcPct val="20000"/>
        </a:spcBef>
        <a:buFont typeface="Arial"/>
        <a:buChar char="»"/>
        <a:defRPr sz="2000" kern="1200">
          <a:solidFill>
            <a:schemeClr val="tx1"/>
          </a:solidFill>
          <a:latin typeface="+mn-lt"/>
          <a:ea typeface="+mn-ea"/>
          <a:cs typeface="+mn-cs"/>
        </a:defRPr>
      </a:lvl5pPr>
      <a:lvl6pPr marL="2514474" indent="-228588" algn="l" defTabSz="457178" rtl="0" eaLnBrk="1" latinLnBrk="0" hangingPunct="1">
        <a:spcBef>
          <a:spcPct val="20000"/>
        </a:spcBef>
        <a:buFont typeface="Arial"/>
        <a:buChar char="•"/>
        <a:defRPr sz="2000" kern="1200">
          <a:solidFill>
            <a:schemeClr val="tx1"/>
          </a:solidFill>
          <a:latin typeface="+mn-lt"/>
          <a:ea typeface="+mn-ea"/>
          <a:cs typeface="+mn-cs"/>
        </a:defRPr>
      </a:lvl6pPr>
      <a:lvl7pPr marL="2971652" indent="-228588" algn="l" defTabSz="457178" rtl="0" eaLnBrk="1" latinLnBrk="0" hangingPunct="1">
        <a:spcBef>
          <a:spcPct val="20000"/>
        </a:spcBef>
        <a:buFont typeface="Arial"/>
        <a:buChar char="•"/>
        <a:defRPr sz="2000" kern="1200">
          <a:solidFill>
            <a:schemeClr val="tx1"/>
          </a:solidFill>
          <a:latin typeface="+mn-lt"/>
          <a:ea typeface="+mn-ea"/>
          <a:cs typeface="+mn-cs"/>
        </a:defRPr>
      </a:lvl7pPr>
      <a:lvl8pPr marL="3428828" indent="-228588" algn="l" defTabSz="457178" rtl="0" eaLnBrk="1" latinLnBrk="0" hangingPunct="1">
        <a:spcBef>
          <a:spcPct val="20000"/>
        </a:spcBef>
        <a:buFont typeface="Arial"/>
        <a:buChar char="•"/>
        <a:defRPr sz="2000" kern="1200">
          <a:solidFill>
            <a:schemeClr val="tx1"/>
          </a:solidFill>
          <a:latin typeface="+mn-lt"/>
          <a:ea typeface="+mn-ea"/>
          <a:cs typeface="+mn-cs"/>
        </a:defRPr>
      </a:lvl8pPr>
      <a:lvl9pPr marL="3886006" indent="-228588" algn="l" defTabSz="457178"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78" rtl="0" eaLnBrk="1" latinLnBrk="0" hangingPunct="1">
        <a:defRPr sz="1800" kern="1200">
          <a:solidFill>
            <a:schemeClr val="tx1"/>
          </a:solidFill>
          <a:latin typeface="+mn-lt"/>
          <a:ea typeface="+mn-ea"/>
          <a:cs typeface="+mn-cs"/>
        </a:defRPr>
      </a:lvl1pPr>
      <a:lvl2pPr marL="457178" algn="l" defTabSz="457178" rtl="0" eaLnBrk="1" latinLnBrk="0" hangingPunct="1">
        <a:defRPr sz="1800" kern="1200">
          <a:solidFill>
            <a:schemeClr val="tx1"/>
          </a:solidFill>
          <a:latin typeface="+mn-lt"/>
          <a:ea typeface="+mn-ea"/>
          <a:cs typeface="+mn-cs"/>
        </a:defRPr>
      </a:lvl2pPr>
      <a:lvl3pPr marL="914354" algn="l" defTabSz="457178" rtl="0" eaLnBrk="1" latinLnBrk="0" hangingPunct="1">
        <a:defRPr sz="1800" kern="1200">
          <a:solidFill>
            <a:schemeClr val="tx1"/>
          </a:solidFill>
          <a:latin typeface="+mn-lt"/>
          <a:ea typeface="+mn-ea"/>
          <a:cs typeface="+mn-cs"/>
        </a:defRPr>
      </a:lvl3pPr>
      <a:lvl4pPr marL="1371532" algn="l" defTabSz="457178" rtl="0" eaLnBrk="1" latinLnBrk="0" hangingPunct="1">
        <a:defRPr sz="1800" kern="1200">
          <a:solidFill>
            <a:schemeClr val="tx1"/>
          </a:solidFill>
          <a:latin typeface="+mn-lt"/>
          <a:ea typeface="+mn-ea"/>
          <a:cs typeface="+mn-cs"/>
        </a:defRPr>
      </a:lvl4pPr>
      <a:lvl5pPr marL="1828709" algn="l" defTabSz="457178" rtl="0" eaLnBrk="1" latinLnBrk="0" hangingPunct="1">
        <a:defRPr sz="1800" kern="1200">
          <a:solidFill>
            <a:schemeClr val="tx1"/>
          </a:solidFill>
          <a:latin typeface="+mn-lt"/>
          <a:ea typeface="+mn-ea"/>
          <a:cs typeface="+mn-cs"/>
        </a:defRPr>
      </a:lvl5pPr>
      <a:lvl6pPr marL="2285886" algn="l" defTabSz="457178" rtl="0" eaLnBrk="1" latinLnBrk="0" hangingPunct="1">
        <a:defRPr sz="1800" kern="1200">
          <a:solidFill>
            <a:schemeClr val="tx1"/>
          </a:solidFill>
          <a:latin typeface="+mn-lt"/>
          <a:ea typeface="+mn-ea"/>
          <a:cs typeface="+mn-cs"/>
        </a:defRPr>
      </a:lvl6pPr>
      <a:lvl7pPr marL="2743063" algn="l" defTabSz="457178" rtl="0" eaLnBrk="1" latinLnBrk="0" hangingPunct="1">
        <a:defRPr sz="1800" kern="1200">
          <a:solidFill>
            <a:schemeClr val="tx1"/>
          </a:solidFill>
          <a:latin typeface="+mn-lt"/>
          <a:ea typeface="+mn-ea"/>
          <a:cs typeface="+mn-cs"/>
        </a:defRPr>
      </a:lvl7pPr>
      <a:lvl8pPr marL="3200240" algn="l" defTabSz="457178" rtl="0" eaLnBrk="1" latinLnBrk="0" hangingPunct="1">
        <a:defRPr sz="1800" kern="1200">
          <a:solidFill>
            <a:schemeClr val="tx1"/>
          </a:solidFill>
          <a:latin typeface="+mn-lt"/>
          <a:ea typeface="+mn-ea"/>
          <a:cs typeface="+mn-cs"/>
        </a:defRPr>
      </a:lvl8pPr>
      <a:lvl9pPr marL="3657418" algn="l" defTabSz="4571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D72D1-1E21-4B4A-BCB3-8445CD27C8BC}"/>
              </a:ext>
            </a:extLst>
          </p:cNvPr>
          <p:cNvSpPr>
            <a:spLocks noGrp="1"/>
          </p:cNvSpPr>
          <p:nvPr>
            <p:ph type="ctrTitle"/>
          </p:nvPr>
        </p:nvSpPr>
        <p:spPr/>
        <p:txBody>
          <a:bodyPr/>
          <a:lstStyle/>
          <a:p>
            <a:r>
              <a:rPr lang="en-US" dirty="0"/>
              <a:t>Good </a:t>
            </a:r>
            <a:r>
              <a:rPr lang="en-US" dirty="0" err="1"/>
              <a:t>Vue</a:t>
            </a:r>
            <a:endParaRPr lang="en-US" dirty="0"/>
          </a:p>
        </p:txBody>
      </p:sp>
      <p:sp>
        <p:nvSpPr>
          <p:cNvPr id="3" name="Text Placeholder 2">
            <a:extLst>
              <a:ext uri="{FF2B5EF4-FFF2-40B4-BE49-F238E27FC236}">
                <a16:creationId xmlns:a16="http://schemas.microsoft.com/office/drawing/2014/main" id="{234555F2-D9E7-ED40-8EA8-A9D4122CDBCB}"/>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95431261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8AA2E-235F-E342-A5D1-9A9AB6CF9746}"/>
              </a:ext>
            </a:extLst>
          </p:cNvPr>
          <p:cNvSpPr>
            <a:spLocks noGrp="1"/>
          </p:cNvSpPr>
          <p:nvPr>
            <p:ph type="title"/>
          </p:nvPr>
        </p:nvSpPr>
        <p:spPr/>
        <p:txBody>
          <a:bodyPr>
            <a:normAutofit fontScale="90000"/>
          </a:bodyPr>
          <a:lstStyle/>
          <a:p>
            <a:r>
              <a:rPr lang="en-US"/>
              <a:t>Model View </a:t>
            </a:r>
            <a:r>
              <a:rPr lang="en-US" dirty="0"/>
              <a:t>Presenter</a:t>
            </a:r>
          </a:p>
        </p:txBody>
      </p:sp>
      <p:pic>
        <p:nvPicPr>
          <p:cNvPr id="5" name="Content Placeholder 4" descr="A screenshot of a cell phone&#13;&#10;&#13;&#10;Description automatically generated">
            <a:extLst>
              <a:ext uri="{FF2B5EF4-FFF2-40B4-BE49-F238E27FC236}">
                <a16:creationId xmlns:a16="http://schemas.microsoft.com/office/drawing/2014/main" id="{69644326-C685-2E45-A68C-2A5D92ED08B2}"/>
              </a:ext>
            </a:extLst>
          </p:cNvPr>
          <p:cNvPicPr>
            <a:picLocks noGrp="1" noChangeAspect="1"/>
          </p:cNvPicPr>
          <p:nvPr>
            <p:ph idx="1"/>
          </p:nvPr>
        </p:nvPicPr>
        <p:blipFill>
          <a:blip r:embed="rId3"/>
          <a:stretch>
            <a:fillRect/>
          </a:stretch>
        </p:blipFill>
        <p:spPr>
          <a:xfrm>
            <a:off x="2010229" y="1217321"/>
            <a:ext cx="5123542" cy="3514224"/>
          </a:xfrm>
        </p:spPr>
      </p:pic>
      <p:sp>
        <p:nvSpPr>
          <p:cNvPr id="6" name="Date Placeholder 5">
            <a:extLst>
              <a:ext uri="{FF2B5EF4-FFF2-40B4-BE49-F238E27FC236}">
                <a16:creationId xmlns:a16="http://schemas.microsoft.com/office/drawing/2014/main" id="{3259B30C-6638-CE48-8787-2AE2FB389B72}"/>
              </a:ext>
            </a:extLst>
          </p:cNvPr>
          <p:cNvSpPr>
            <a:spLocks noGrp="1"/>
          </p:cNvSpPr>
          <p:nvPr>
            <p:ph type="dt" sz="half" idx="10"/>
          </p:nvPr>
        </p:nvSpPr>
        <p:spPr/>
        <p:txBody>
          <a:bodyPr/>
          <a:lstStyle/>
          <a:p>
            <a:r>
              <a:rPr lang="en-US"/>
              <a:t>11/27/18</a:t>
            </a:r>
          </a:p>
        </p:txBody>
      </p:sp>
      <p:sp>
        <p:nvSpPr>
          <p:cNvPr id="7" name="Footer Placeholder 6">
            <a:extLst>
              <a:ext uri="{FF2B5EF4-FFF2-40B4-BE49-F238E27FC236}">
                <a16:creationId xmlns:a16="http://schemas.microsoft.com/office/drawing/2014/main" id="{6718C971-723B-8341-8E98-B5DC8232DA99}"/>
              </a:ext>
            </a:extLst>
          </p:cNvPr>
          <p:cNvSpPr>
            <a:spLocks noGrp="1"/>
          </p:cNvSpPr>
          <p:nvPr>
            <p:ph type="ftr" sz="quarter" idx="11"/>
          </p:nvPr>
        </p:nvSpPr>
        <p:spPr/>
        <p:txBody>
          <a:bodyPr/>
          <a:lstStyle/>
          <a:p>
            <a:r>
              <a:rPr lang="en-US"/>
              <a:t>© Steve Beaty and others</a:t>
            </a:r>
          </a:p>
        </p:txBody>
      </p:sp>
      <p:sp>
        <p:nvSpPr>
          <p:cNvPr id="8" name="Slide Number Placeholder 7">
            <a:extLst>
              <a:ext uri="{FF2B5EF4-FFF2-40B4-BE49-F238E27FC236}">
                <a16:creationId xmlns:a16="http://schemas.microsoft.com/office/drawing/2014/main" id="{4E3B0BD7-3CDB-7248-8BA3-04B2E96285DE}"/>
              </a:ext>
            </a:extLst>
          </p:cNvPr>
          <p:cNvSpPr>
            <a:spLocks noGrp="1"/>
          </p:cNvSpPr>
          <p:nvPr>
            <p:ph type="sldNum" sz="quarter" idx="12"/>
          </p:nvPr>
        </p:nvSpPr>
        <p:spPr/>
        <p:txBody>
          <a:bodyPr/>
          <a:lstStyle/>
          <a:p>
            <a:fld id="{0FCF0B8E-C764-B441-826F-3009896208B1}" type="slidenum">
              <a:rPr lang="en-US" smtClean="0"/>
              <a:t>2</a:t>
            </a:fld>
            <a:endParaRPr lang="en-US"/>
          </a:p>
        </p:txBody>
      </p:sp>
    </p:spTree>
    <p:extLst>
      <p:ext uri="{BB962C8B-B14F-4D97-AF65-F5344CB8AC3E}">
        <p14:creationId xmlns:p14="http://schemas.microsoft.com/office/powerpoint/2010/main" val="87298205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D4D4E-3C20-2C40-BF91-789B91000C21}"/>
              </a:ext>
            </a:extLst>
          </p:cNvPr>
          <p:cNvSpPr>
            <a:spLocks noGrp="1"/>
          </p:cNvSpPr>
          <p:nvPr>
            <p:ph type="title"/>
          </p:nvPr>
        </p:nvSpPr>
        <p:spPr/>
        <p:txBody>
          <a:bodyPr>
            <a:normAutofit fontScale="90000"/>
          </a:bodyPr>
          <a:lstStyle/>
          <a:p>
            <a:r>
              <a:rPr lang="en-US" dirty="0"/>
              <a:t>Wikipedia</a:t>
            </a:r>
          </a:p>
        </p:txBody>
      </p:sp>
      <p:sp>
        <p:nvSpPr>
          <p:cNvPr id="3" name="Content Placeholder 2">
            <a:extLst>
              <a:ext uri="{FF2B5EF4-FFF2-40B4-BE49-F238E27FC236}">
                <a16:creationId xmlns:a16="http://schemas.microsoft.com/office/drawing/2014/main" id="{EDDA21C0-33C0-7C4A-B37E-DAB6F85E637F}"/>
              </a:ext>
            </a:extLst>
          </p:cNvPr>
          <p:cNvSpPr>
            <a:spLocks noGrp="1"/>
          </p:cNvSpPr>
          <p:nvPr>
            <p:ph idx="1"/>
          </p:nvPr>
        </p:nvSpPr>
        <p:spPr/>
        <p:txBody>
          <a:bodyPr>
            <a:normAutofit lnSpcReduction="10000"/>
          </a:bodyPr>
          <a:lstStyle/>
          <a:p>
            <a:r>
              <a:rPr lang="en-US" dirty="0"/>
              <a:t>Model–view–presenter (MVP) is a derivation of the model–view–controller (MVC) architectural pattern, and is used mostly for building user interfaces. </a:t>
            </a:r>
          </a:p>
          <a:p>
            <a:r>
              <a:rPr lang="en-US" dirty="0"/>
              <a:t>In MVP, all presentation logic is pushed to the presenter.</a:t>
            </a:r>
          </a:p>
        </p:txBody>
      </p:sp>
      <p:sp>
        <p:nvSpPr>
          <p:cNvPr id="4" name="Date Placeholder 3">
            <a:extLst>
              <a:ext uri="{FF2B5EF4-FFF2-40B4-BE49-F238E27FC236}">
                <a16:creationId xmlns:a16="http://schemas.microsoft.com/office/drawing/2014/main" id="{819C1C59-3ED3-6F44-9DC5-9410520ECFC7}"/>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F4C08DB4-0AF9-2E42-B709-9559BA0DCF33}"/>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0D17A187-EEC8-7247-B5BD-0171E39767E8}"/>
              </a:ext>
            </a:extLst>
          </p:cNvPr>
          <p:cNvSpPr>
            <a:spLocks noGrp="1"/>
          </p:cNvSpPr>
          <p:nvPr>
            <p:ph type="sldNum" sz="quarter" idx="12"/>
          </p:nvPr>
        </p:nvSpPr>
        <p:spPr/>
        <p:txBody>
          <a:bodyPr/>
          <a:lstStyle/>
          <a:p>
            <a:fld id="{0FCF0B8E-C764-B441-826F-3009896208B1}" type="slidenum">
              <a:rPr lang="en-US" smtClean="0"/>
              <a:t>3</a:t>
            </a:fld>
            <a:endParaRPr lang="en-US"/>
          </a:p>
        </p:txBody>
      </p:sp>
    </p:spTree>
    <p:extLst>
      <p:ext uri="{BB962C8B-B14F-4D97-AF65-F5344CB8AC3E}">
        <p14:creationId xmlns:p14="http://schemas.microsoft.com/office/powerpoint/2010/main" val="174893411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DD7C-B3FF-8B4C-91B6-75D50EC62E15}"/>
              </a:ext>
            </a:extLst>
          </p:cNvPr>
          <p:cNvSpPr>
            <a:spLocks noGrp="1"/>
          </p:cNvSpPr>
          <p:nvPr>
            <p:ph type="title"/>
          </p:nvPr>
        </p:nvSpPr>
        <p:spPr/>
        <p:txBody>
          <a:bodyPr>
            <a:normAutofit fontScale="90000"/>
          </a:bodyPr>
          <a:lstStyle/>
          <a:p>
            <a:r>
              <a:rPr lang="en-US" dirty="0"/>
              <a:t>Wikipedia</a:t>
            </a:r>
          </a:p>
        </p:txBody>
      </p:sp>
      <p:sp>
        <p:nvSpPr>
          <p:cNvPr id="3" name="Content Placeholder 2">
            <a:extLst>
              <a:ext uri="{FF2B5EF4-FFF2-40B4-BE49-F238E27FC236}">
                <a16:creationId xmlns:a16="http://schemas.microsoft.com/office/drawing/2014/main" id="{76D0AFFC-A777-D64B-AB30-B2A72B10E926}"/>
              </a:ext>
            </a:extLst>
          </p:cNvPr>
          <p:cNvSpPr>
            <a:spLocks noGrp="1"/>
          </p:cNvSpPr>
          <p:nvPr>
            <p:ph idx="1"/>
          </p:nvPr>
        </p:nvSpPr>
        <p:spPr/>
        <p:txBody>
          <a:bodyPr>
            <a:normAutofit fontScale="77500" lnSpcReduction="20000"/>
          </a:bodyPr>
          <a:lstStyle/>
          <a:p>
            <a:r>
              <a:rPr lang="en-US" dirty="0"/>
              <a:t>The model is an interface defining the data to be displayed or otherwise acted upon in the user interface.</a:t>
            </a:r>
          </a:p>
          <a:p>
            <a:r>
              <a:rPr lang="en-US" dirty="0"/>
              <a:t>The view is a passive interface that displays data (the model) and routes user commands (events) to the presenter to act upon that data.</a:t>
            </a:r>
          </a:p>
          <a:p>
            <a:r>
              <a:rPr lang="en-US" dirty="0"/>
              <a:t>The presenter acts upon the model and the view. It retrieves data from repositories (the model), and formats it for display in the view.</a:t>
            </a:r>
          </a:p>
        </p:txBody>
      </p:sp>
      <p:sp>
        <p:nvSpPr>
          <p:cNvPr id="4" name="Date Placeholder 3">
            <a:extLst>
              <a:ext uri="{FF2B5EF4-FFF2-40B4-BE49-F238E27FC236}">
                <a16:creationId xmlns:a16="http://schemas.microsoft.com/office/drawing/2014/main" id="{E2898FB8-488D-464C-B7D8-5FAAC22CBB29}"/>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7B6D6441-393B-9B47-8FE3-E7FE2F3CB584}"/>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46719CDD-FAA3-C64E-9A19-88E625CFB0B8}"/>
              </a:ext>
            </a:extLst>
          </p:cNvPr>
          <p:cNvSpPr>
            <a:spLocks noGrp="1"/>
          </p:cNvSpPr>
          <p:nvPr>
            <p:ph type="sldNum" sz="quarter" idx="12"/>
          </p:nvPr>
        </p:nvSpPr>
        <p:spPr/>
        <p:txBody>
          <a:bodyPr/>
          <a:lstStyle/>
          <a:p>
            <a:fld id="{0FCF0B8E-C764-B441-826F-3009896208B1}" type="slidenum">
              <a:rPr lang="en-US" smtClean="0"/>
              <a:t>4</a:t>
            </a:fld>
            <a:endParaRPr lang="en-US"/>
          </a:p>
        </p:txBody>
      </p:sp>
    </p:spTree>
    <p:extLst>
      <p:ext uri="{BB962C8B-B14F-4D97-AF65-F5344CB8AC3E}">
        <p14:creationId xmlns:p14="http://schemas.microsoft.com/office/powerpoint/2010/main" val="351756782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BA7C3-F2AA-2345-BC74-70A6646BF36F}"/>
              </a:ext>
            </a:extLst>
          </p:cNvPr>
          <p:cNvSpPr>
            <a:spLocks noGrp="1"/>
          </p:cNvSpPr>
          <p:nvPr>
            <p:ph type="title"/>
          </p:nvPr>
        </p:nvSpPr>
        <p:spPr/>
        <p:txBody>
          <a:bodyPr>
            <a:normAutofit fontScale="90000"/>
          </a:bodyPr>
          <a:lstStyle/>
          <a:p>
            <a:r>
              <a:rPr lang="en-US" dirty="0"/>
              <a:t>Model View </a:t>
            </a:r>
            <a:r>
              <a:rPr lang="en-US" dirty="0" err="1"/>
              <a:t>ViewModel</a:t>
            </a:r>
            <a:endParaRPr lang="en-US" dirty="0"/>
          </a:p>
        </p:txBody>
      </p:sp>
      <p:pic>
        <p:nvPicPr>
          <p:cNvPr id="5" name="Content Placeholder 4" descr="A screenshot of a cell phone&#13;&#10;&#13;&#10;Description automatically generated">
            <a:extLst>
              <a:ext uri="{FF2B5EF4-FFF2-40B4-BE49-F238E27FC236}">
                <a16:creationId xmlns:a16="http://schemas.microsoft.com/office/drawing/2014/main" id="{D56C523A-497F-104E-A148-DF406ADE00C0}"/>
              </a:ext>
            </a:extLst>
          </p:cNvPr>
          <p:cNvPicPr>
            <a:picLocks noGrp="1" noChangeAspect="1"/>
          </p:cNvPicPr>
          <p:nvPr>
            <p:ph idx="1"/>
          </p:nvPr>
        </p:nvPicPr>
        <p:blipFill>
          <a:blip r:embed="rId2"/>
          <a:stretch>
            <a:fillRect/>
          </a:stretch>
        </p:blipFill>
        <p:spPr>
          <a:xfrm>
            <a:off x="901700" y="1792287"/>
            <a:ext cx="7340600" cy="2209800"/>
          </a:xfrm>
        </p:spPr>
      </p:pic>
      <p:sp>
        <p:nvSpPr>
          <p:cNvPr id="6" name="Date Placeholder 5">
            <a:extLst>
              <a:ext uri="{FF2B5EF4-FFF2-40B4-BE49-F238E27FC236}">
                <a16:creationId xmlns:a16="http://schemas.microsoft.com/office/drawing/2014/main" id="{CE9CE073-C706-DB44-B070-54D0BCE22A1A}"/>
              </a:ext>
            </a:extLst>
          </p:cNvPr>
          <p:cNvSpPr>
            <a:spLocks noGrp="1"/>
          </p:cNvSpPr>
          <p:nvPr>
            <p:ph type="dt" sz="half" idx="10"/>
          </p:nvPr>
        </p:nvSpPr>
        <p:spPr/>
        <p:txBody>
          <a:bodyPr/>
          <a:lstStyle/>
          <a:p>
            <a:r>
              <a:rPr lang="en-US"/>
              <a:t>11/27/18</a:t>
            </a:r>
          </a:p>
        </p:txBody>
      </p:sp>
      <p:sp>
        <p:nvSpPr>
          <p:cNvPr id="7" name="Footer Placeholder 6">
            <a:extLst>
              <a:ext uri="{FF2B5EF4-FFF2-40B4-BE49-F238E27FC236}">
                <a16:creationId xmlns:a16="http://schemas.microsoft.com/office/drawing/2014/main" id="{94E0DE12-A838-8741-99E9-6140EB2F2E16}"/>
              </a:ext>
            </a:extLst>
          </p:cNvPr>
          <p:cNvSpPr>
            <a:spLocks noGrp="1"/>
          </p:cNvSpPr>
          <p:nvPr>
            <p:ph type="ftr" sz="quarter" idx="11"/>
          </p:nvPr>
        </p:nvSpPr>
        <p:spPr/>
        <p:txBody>
          <a:bodyPr/>
          <a:lstStyle/>
          <a:p>
            <a:r>
              <a:rPr lang="en-US"/>
              <a:t>© Steve Beaty and others</a:t>
            </a:r>
          </a:p>
        </p:txBody>
      </p:sp>
      <p:sp>
        <p:nvSpPr>
          <p:cNvPr id="8" name="Slide Number Placeholder 7">
            <a:extLst>
              <a:ext uri="{FF2B5EF4-FFF2-40B4-BE49-F238E27FC236}">
                <a16:creationId xmlns:a16="http://schemas.microsoft.com/office/drawing/2014/main" id="{C4ABF87A-3034-224A-8E3A-338D6CC86F13}"/>
              </a:ext>
            </a:extLst>
          </p:cNvPr>
          <p:cNvSpPr>
            <a:spLocks noGrp="1"/>
          </p:cNvSpPr>
          <p:nvPr>
            <p:ph type="sldNum" sz="quarter" idx="12"/>
          </p:nvPr>
        </p:nvSpPr>
        <p:spPr/>
        <p:txBody>
          <a:bodyPr/>
          <a:lstStyle/>
          <a:p>
            <a:fld id="{0FCF0B8E-C764-B441-826F-3009896208B1}" type="slidenum">
              <a:rPr lang="en-US" smtClean="0"/>
              <a:t>5</a:t>
            </a:fld>
            <a:endParaRPr lang="en-US"/>
          </a:p>
        </p:txBody>
      </p:sp>
    </p:spTree>
    <p:extLst>
      <p:ext uri="{BB962C8B-B14F-4D97-AF65-F5344CB8AC3E}">
        <p14:creationId xmlns:p14="http://schemas.microsoft.com/office/powerpoint/2010/main" val="9745384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AE744-9D1C-9F47-8748-496F6FB24F4A}"/>
              </a:ext>
            </a:extLst>
          </p:cNvPr>
          <p:cNvSpPr>
            <a:spLocks noGrp="1"/>
          </p:cNvSpPr>
          <p:nvPr>
            <p:ph type="title"/>
          </p:nvPr>
        </p:nvSpPr>
        <p:spPr/>
        <p:txBody>
          <a:bodyPr>
            <a:normAutofit fontScale="90000"/>
          </a:bodyPr>
          <a:lstStyle/>
          <a:p>
            <a:r>
              <a:rPr lang="en-US" dirty="0"/>
              <a:t>MVVM</a:t>
            </a:r>
          </a:p>
        </p:txBody>
      </p:sp>
      <p:sp>
        <p:nvSpPr>
          <p:cNvPr id="3" name="Content Placeholder 2">
            <a:extLst>
              <a:ext uri="{FF2B5EF4-FFF2-40B4-BE49-F238E27FC236}">
                <a16:creationId xmlns:a16="http://schemas.microsoft.com/office/drawing/2014/main" id="{11D6CE31-2270-D948-94ED-16FD670BC7A0}"/>
              </a:ext>
            </a:extLst>
          </p:cNvPr>
          <p:cNvSpPr>
            <a:spLocks noGrp="1"/>
          </p:cNvSpPr>
          <p:nvPr>
            <p:ph idx="1"/>
          </p:nvPr>
        </p:nvSpPr>
        <p:spPr/>
        <p:txBody>
          <a:bodyPr>
            <a:normAutofit fontScale="92500" lnSpcReduction="20000"/>
          </a:bodyPr>
          <a:lstStyle/>
          <a:p>
            <a:r>
              <a:rPr lang="en-US" dirty="0"/>
              <a:t>The view model of MVVM is a value converter</a:t>
            </a:r>
          </a:p>
          <a:p>
            <a:r>
              <a:rPr lang="en-US" dirty="0"/>
              <a:t>The view model is more model than view, and handles most if not all of the view's display logic</a:t>
            </a:r>
          </a:p>
          <a:p>
            <a:r>
              <a:rPr lang="en-US" dirty="0"/>
              <a:t>MVVM has a binder, which automates communication between the view and its bound properties in the view model</a:t>
            </a:r>
          </a:p>
        </p:txBody>
      </p:sp>
      <p:sp>
        <p:nvSpPr>
          <p:cNvPr id="4" name="Date Placeholder 3">
            <a:extLst>
              <a:ext uri="{FF2B5EF4-FFF2-40B4-BE49-F238E27FC236}">
                <a16:creationId xmlns:a16="http://schemas.microsoft.com/office/drawing/2014/main" id="{E1801B19-715D-634A-B69C-F8FE0D4FB552}"/>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D9EE20D6-5E1F-4846-96D8-67104E7E909F}"/>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9F028157-D433-A749-A733-0097DC31FAAB}"/>
              </a:ext>
            </a:extLst>
          </p:cNvPr>
          <p:cNvSpPr>
            <a:spLocks noGrp="1"/>
          </p:cNvSpPr>
          <p:nvPr>
            <p:ph type="sldNum" sz="quarter" idx="12"/>
          </p:nvPr>
        </p:nvSpPr>
        <p:spPr/>
        <p:txBody>
          <a:bodyPr/>
          <a:lstStyle/>
          <a:p>
            <a:fld id="{0FCF0B8E-C764-B441-826F-3009896208B1}" type="slidenum">
              <a:rPr lang="en-US" smtClean="0"/>
              <a:t>6</a:t>
            </a:fld>
            <a:endParaRPr lang="en-US"/>
          </a:p>
        </p:txBody>
      </p:sp>
    </p:spTree>
    <p:extLst>
      <p:ext uri="{BB962C8B-B14F-4D97-AF65-F5344CB8AC3E}">
        <p14:creationId xmlns:p14="http://schemas.microsoft.com/office/powerpoint/2010/main" val="107923874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80CB1-853C-F64D-8E62-32AE74E197DA}"/>
              </a:ext>
            </a:extLst>
          </p:cNvPr>
          <p:cNvSpPr>
            <a:spLocks noGrp="1"/>
          </p:cNvSpPr>
          <p:nvPr>
            <p:ph type="title"/>
          </p:nvPr>
        </p:nvSpPr>
        <p:spPr/>
        <p:txBody>
          <a:bodyPr>
            <a:normAutofit fontScale="90000"/>
          </a:bodyPr>
          <a:lstStyle/>
          <a:p>
            <a:r>
              <a:rPr lang="en-US" dirty="0"/>
              <a:t>MVVM</a:t>
            </a:r>
          </a:p>
        </p:txBody>
      </p:sp>
      <p:sp>
        <p:nvSpPr>
          <p:cNvPr id="3" name="Content Placeholder 2">
            <a:extLst>
              <a:ext uri="{FF2B5EF4-FFF2-40B4-BE49-F238E27FC236}">
                <a16:creationId xmlns:a16="http://schemas.microsoft.com/office/drawing/2014/main" id="{4A6E936B-BDF0-A041-A0EF-71597894BA62}"/>
              </a:ext>
            </a:extLst>
          </p:cNvPr>
          <p:cNvSpPr>
            <a:spLocks noGrp="1"/>
          </p:cNvSpPr>
          <p:nvPr>
            <p:ph idx="1"/>
          </p:nvPr>
        </p:nvSpPr>
        <p:spPr/>
        <p:txBody>
          <a:bodyPr>
            <a:normAutofit fontScale="92500"/>
          </a:bodyPr>
          <a:lstStyle/>
          <a:p>
            <a:r>
              <a:rPr lang="en-US" dirty="0"/>
              <a:t>The main difference between the view model and the presenter in the MVP pattern, is that the presenter has a reference to a view whereas the view model does not</a:t>
            </a:r>
          </a:p>
          <a:p>
            <a:r>
              <a:rPr lang="en-US" dirty="0"/>
              <a:t>Instead, a view directly binds to properties on the view model to send and receive updates</a:t>
            </a:r>
          </a:p>
        </p:txBody>
      </p:sp>
      <p:sp>
        <p:nvSpPr>
          <p:cNvPr id="4" name="Date Placeholder 3">
            <a:extLst>
              <a:ext uri="{FF2B5EF4-FFF2-40B4-BE49-F238E27FC236}">
                <a16:creationId xmlns:a16="http://schemas.microsoft.com/office/drawing/2014/main" id="{4A131B88-7E52-5D4D-91D8-4942AB37C891}"/>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1E0E2C30-5362-AE4D-B39A-1353FA20141F}"/>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87348BD9-5BDC-4A42-8CB0-7CDE404597BE}"/>
              </a:ext>
            </a:extLst>
          </p:cNvPr>
          <p:cNvSpPr>
            <a:spLocks noGrp="1"/>
          </p:cNvSpPr>
          <p:nvPr>
            <p:ph type="sldNum" sz="quarter" idx="12"/>
          </p:nvPr>
        </p:nvSpPr>
        <p:spPr/>
        <p:txBody>
          <a:bodyPr/>
          <a:lstStyle/>
          <a:p>
            <a:fld id="{0FCF0B8E-C764-B441-826F-3009896208B1}" type="slidenum">
              <a:rPr lang="en-US" smtClean="0"/>
              <a:t>7</a:t>
            </a:fld>
            <a:endParaRPr lang="en-US"/>
          </a:p>
        </p:txBody>
      </p:sp>
    </p:spTree>
    <p:extLst>
      <p:ext uri="{BB962C8B-B14F-4D97-AF65-F5344CB8AC3E}">
        <p14:creationId xmlns:p14="http://schemas.microsoft.com/office/powerpoint/2010/main" val="248282464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222D2-B490-4145-AF44-B8D91816D34C}"/>
              </a:ext>
            </a:extLst>
          </p:cNvPr>
          <p:cNvSpPr>
            <a:spLocks noGrp="1"/>
          </p:cNvSpPr>
          <p:nvPr>
            <p:ph type="title"/>
          </p:nvPr>
        </p:nvSpPr>
        <p:spPr/>
        <p:txBody>
          <a:bodyPr>
            <a:normAutofit fontScale="90000"/>
          </a:bodyPr>
          <a:lstStyle/>
          <a:p>
            <a:r>
              <a:rPr lang="en-US" dirty="0"/>
              <a:t>MVVM</a:t>
            </a:r>
          </a:p>
        </p:txBody>
      </p:sp>
      <p:sp>
        <p:nvSpPr>
          <p:cNvPr id="3" name="Content Placeholder 2">
            <a:extLst>
              <a:ext uri="{FF2B5EF4-FFF2-40B4-BE49-F238E27FC236}">
                <a16:creationId xmlns:a16="http://schemas.microsoft.com/office/drawing/2014/main" id="{66BC106F-7084-DD4C-B33F-F13195D26519}"/>
              </a:ext>
            </a:extLst>
          </p:cNvPr>
          <p:cNvSpPr>
            <a:spLocks noGrp="1"/>
          </p:cNvSpPr>
          <p:nvPr>
            <p:ph idx="1"/>
          </p:nvPr>
        </p:nvSpPr>
        <p:spPr/>
        <p:txBody>
          <a:bodyPr/>
          <a:lstStyle/>
          <a:p>
            <a:r>
              <a:rPr lang="en-US" dirty="0"/>
              <a:t>Declarative data and command-binding are implicit in the MVVM pattern</a:t>
            </a:r>
          </a:p>
          <a:p>
            <a:r>
              <a:rPr lang="en-US" dirty="0"/>
              <a:t>The binder frees the developer from being obliged to write boiler-plate logic to synchronize the view model and view</a:t>
            </a:r>
          </a:p>
        </p:txBody>
      </p:sp>
      <p:sp>
        <p:nvSpPr>
          <p:cNvPr id="4" name="Date Placeholder 3">
            <a:extLst>
              <a:ext uri="{FF2B5EF4-FFF2-40B4-BE49-F238E27FC236}">
                <a16:creationId xmlns:a16="http://schemas.microsoft.com/office/drawing/2014/main" id="{395766BC-5DF7-CF46-A6BD-123CD744C440}"/>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E608FBC8-88CF-0949-83AD-DF5295EDECB8}"/>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CA32228A-982C-6445-A933-3CEAA327F569}"/>
              </a:ext>
            </a:extLst>
          </p:cNvPr>
          <p:cNvSpPr>
            <a:spLocks noGrp="1"/>
          </p:cNvSpPr>
          <p:nvPr>
            <p:ph type="sldNum" sz="quarter" idx="12"/>
          </p:nvPr>
        </p:nvSpPr>
        <p:spPr/>
        <p:txBody>
          <a:bodyPr/>
          <a:lstStyle/>
          <a:p>
            <a:fld id="{0FCF0B8E-C764-B441-826F-3009896208B1}" type="slidenum">
              <a:rPr lang="en-US" smtClean="0"/>
              <a:t>8</a:t>
            </a:fld>
            <a:endParaRPr lang="en-US"/>
          </a:p>
        </p:txBody>
      </p:sp>
    </p:spTree>
    <p:extLst>
      <p:ext uri="{BB962C8B-B14F-4D97-AF65-F5344CB8AC3E}">
        <p14:creationId xmlns:p14="http://schemas.microsoft.com/office/powerpoint/2010/main" val="323973701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4D228128-62F7-BC48-A907-E35D0A42B35E}"/>
              </a:ext>
            </a:extLst>
          </p:cNvPr>
          <p:cNvSpPr>
            <a:spLocks noGrp="1"/>
          </p:cNvSpPr>
          <p:nvPr>
            <p:ph type="dt" sz="half" idx="10"/>
          </p:nvPr>
        </p:nvSpPr>
        <p:spPr/>
        <p:txBody>
          <a:bodyPr/>
          <a:lstStyle/>
          <a:p>
            <a:r>
              <a:rPr lang="en-US"/>
              <a:t>11/27/18</a:t>
            </a:r>
          </a:p>
        </p:txBody>
      </p:sp>
      <p:sp>
        <p:nvSpPr>
          <p:cNvPr id="7" name="Footer Placeholder 6">
            <a:extLst>
              <a:ext uri="{FF2B5EF4-FFF2-40B4-BE49-F238E27FC236}">
                <a16:creationId xmlns:a16="http://schemas.microsoft.com/office/drawing/2014/main" id="{33CFBCA1-8078-E541-BF23-54D94C9EC9ED}"/>
              </a:ext>
            </a:extLst>
          </p:cNvPr>
          <p:cNvSpPr>
            <a:spLocks noGrp="1"/>
          </p:cNvSpPr>
          <p:nvPr>
            <p:ph type="ftr" sz="quarter" idx="11"/>
          </p:nvPr>
        </p:nvSpPr>
        <p:spPr/>
        <p:txBody>
          <a:bodyPr/>
          <a:lstStyle/>
          <a:p>
            <a:r>
              <a:rPr lang="en-US"/>
              <a:t>© Steve Beaty and others</a:t>
            </a:r>
          </a:p>
        </p:txBody>
      </p:sp>
      <p:sp>
        <p:nvSpPr>
          <p:cNvPr id="8" name="Slide Number Placeholder 7">
            <a:extLst>
              <a:ext uri="{FF2B5EF4-FFF2-40B4-BE49-F238E27FC236}">
                <a16:creationId xmlns:a16="http://schemas.microsoft.com/office/drawing/2014/main" id="{16325AEF-5CE4-CD44-90FB-03D98A1134BB}"/>
              </a:ext>
            </a:extLst>
          </p:cNvPr>
          <p:cNvSpPr>
            <a:spLocks noGrp="1"/>
          </p:cNvSpPr>
          <p:nvPr>
            <p:ph type="sldNum" sz="quarter" idx="12"/>
          </p:nvPr>
        </p:nvSpPr>
        <p:spPr/>
        <p:txBody>
          <a:bodyPr/>
          <a:lstStyle/>
          <a:p>
            <a:fld id="{0FCF0B8E-C764-B441-826F-3009896208B1}" type="slidenum">
              <a:rPr lang="en-US" smtClean="0"/>
              <a:t>9</a:t>
            </a:fld>
            <a:endParaRPr lang="en-US"/>
          </a:p>
        </p:txBody>
      </p:sp>
      <p:pic>
        <p:nvPicPr>
          <p:cNvPr id="5" name="Content Placeholder 4" descr="A close up of text on a white background&#13;&#10;&#13;&#10;Description automatically generated">
            <a:extLst>
              <a:ext uri="{FF2B5EF4-FFF2-40B4-BE49-F238E27FC236}">
                <a16:creationId xmlns:a16="http://schemas.microsoft.com/office/drawing/2014/main" id="{3AF7EB40-AB79-2748-9DF4-427BBE34618B}"/>
              </a:ext>
            </a:extLst>
          </p:cNvPr>
          <p:cNvPicPr>
            <a:picLocks noGrp="1" noChangeAspect="1"/>
          </p:cNvPicPr>
          <p:nvPr>
            <p:ph idx="4294967295"/>
          </p:nvPr>
        </p:nvPicPr>
        <p:blipFill>
          <a:blip r:embed="rId3"/>
          <a:stretch>
            <a:fillRect/>
          </a:stretch>
        </p:blipFill>
        <p:spPr>
          <a:xfrm>
            <a:off x="0" y="206375"/>
            <a:ext cx="8048625" cy="4525963"/>
          </a:xfrm>
        </p:spPr>
      </p:pic>
    </p:spTree>
    <p:extLst>
      <p:ext uri="{BB962C8B-B14F-4D97-AF65-F5344CB8AC3E}">
        <p14:creationId xmlns:p14="http://schemas.microsoft.com/office/powerpoint/2010/main" val="65413635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6A7C2-FCAD-3241-BB5C-6267A8202E9B}"/>
              </a:ext>
            </a:extLst>
          </p:cNvPr>
          <p:cNvSpPr>
            <a:spLocks noGrp="1"/>
          </p:cNvSpPr>
          <p:nvPr>
            <p:ph type="title"/>
          </p:nvPr>
        </p:nvSpPr>
        <p:spPr/>
        <p:txBody>
          <a:bodyPr>
            <a:normAutofit fontScale="90000"/>
          </a:bodyPr>
          <a:lstStyle/>
          <a:p>
            <a:r>
              <a:rPr lang="en-US" dirty="0" err="1"/>
              <a:t>Vue</a:t>
            </a:r>
            <a:endParaRPr lang="en-US" dirty="0"/>
          </a:p>
        </p:txBody>
      </p:sp>
      <p:sp>
        <p:nvSpPr>
          <p:cNvPr id="3" name="Content Placeholder 2">
            <a:extLst>
              <a:ext uri="{FF2B5EF4-FFF2-40B4-BE49-F238E27FC236}">
                <a16:creationId xmlns:a16="http://schemas.microsoft.com/office/drawing/2014/main" id="{82E1B8C0-C500-3544-8B61-48325A6E1D70}"/>
              </a:ext>
            </a:extLst>
          </p:cNvPr>
          <p:cNvSpPr>
            <a:spLocks noGrp="1"/>
          </p:cNvSpPr>
          <p:nvPr>
            <p:ph idx="1"/>
          </p:nvPr>
        </p:nvSpPr>
        <p:spPr/>
        <p:txBody>
          <a:bodyPr/>
          <a:lstStyle/>
          <a:p>
            <a:r>
              <a:rPr lang="en-US" dirty="0" err="1"/>
              <a:t>Vue</a:t>
            </a:r>
            <a:r>
              <a:rPr lang="en-US" dirty="0"/>
              <a:t> (pronounced /</a:t>
            </a:r>
            <a:r>
              <a:rPr lang="en-US" dirty="0" err="1"/>
              <a:t>vju</a:t>
            </a:r>
            <a:r>
              <a:rPr lang="en-US" dirty="0"/>
              <a:t>ː/, like view) is a progressive framework for building user interfaces</a:t>
            </a:r>
          </a:p>
        </p:txBody>
      </p:sp>
      <p:sp>
        <p:nvSpPr>
          <p:cNvPr id="4" name="Date Placeholder 3">
            <a:extLst>
              <a:ext uri="{FF2B5EF4-FFF2-40B4-BE49-F238E27FC236}">
                <a16:creationId xmlns:a16="http://schemas.microsoft.com/office/drawing/2014/main" id="{E6D9BCA5-3DB8-4A43-9FC5-F139AE7F113B}"/>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505FD33C-9096-D146-9A14-7AF913C97685}"/>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FA46E9C1-A1E3-034F-BBEB-5AAA1F9EB14C}"/>
              </a:ext>
            </a:extLst>
          </p:cNvPr>
          <p:cNvSpPr>
            <a:spLocks noGrp="1"/>
          </p:cNvSpPr>
          <p:nvPr>
            <p:ph type="sldNum" sz="quarter" idx="12"/>
          </p:nvPr>
        </p:nvSpPr>
        <p:spPr/>
        <p:txBody>
          <a:bodyPr/>
          <a:lstStyle/>
          <a:p>
            <a:fld id="{0FCF0B8E-C764-B441-826F-3009896208B1}" type="slidenum">
              <a:rPr lang="en-US" smtClean="0"/>
              <a:t>10</a:t>
            </a:fld>
            <a:endParaRPr lang="en-US"/>
          </a:p>
        </p:txBody>
      </p:sp>
    </p:spTree>
    <p:extLst>
      <p:ext uri="{BB962C8B-B14F-4D97-AF65-F5344CB8AC3E}">
        <p14:creationId xmlns:p14="http://schemas.microsoft.com/office/powerpoint/2010/main" val="36270887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12D87-E525-9E4B-8F0C-A67F8F1F05AF}"/>
              </a:ext>
            </a:extLst>
          </p:cNvPr>
          <p:cNvSpPr>
            <a:spLocks noGrp="1"/>
          </p:cNvSpPr>
          <p:nvPr>
            <p:ph type="title"/>
          </p:nvPr>
        </p:nvSpPr>
        <p:spPr/>
        <p:txBody>
          <a:bodyPr>
            <a:normAutofit fontScale="90000"/>
          </a:bodyPr>
          <a:lstStyle/>
          <a:p>
            <a:r>
              <a:rPr lang="en-US" dirty="0"/>
              <a:t>Progressive Web Applications (PWAs)</a:t>
            </a:r>
          </a:p>
        </p:txBody>
      </p:sp>
      <p:sp>
        <p:nvSpPr>
          <p:cNvPr id="3" name="Content Placeholder 2">
            <a:extLst>
              <a:ext uri="{FF2B5EF4-FFF2-40B4-BE49-F238E27FC236}">
                <a16:creationId xmlns:a16="http://schemas.microsoft.com/office/drawing/2014/main" id="{313080A4-747D-BF47-8C45-55DD3493DF5B}"/>
              </a:ext>
            </a:extLst>
          </p:cNvPr>
          <p:cNvSpPr>
            <a:spLocks noGrp="1"/>
          </p:cNvSpPr>
          <p:nvPr>
            <p:ph idx="1"/>
          </p:nvPr>
        </p:nvSpPr>
        <p:spPr/>
        <p:txBody>
          <a:bodyPr>
            <a:normAutofit fontScale="85000" lnSpcReduction="10000"/>
          </a:bodyPr>
          <a:lstStyle/>
          <a:p>
            <a:r>
              <a:rPr lang="en-US" dirty="0"/>
              <a:t>Web applications that load like regular web pages or websites but can offer the user functionality such as working offline, push notifications, and device hardware access traditionally available only to native mobile applications</a:t>
            </a:r>
          </a:p>
          <a:p>
            <a:r>
              <a:rPr lang="en-US" dirty="0"/>
              <a:t>PWAs combine the flexibility of the web with the experience of a native mobile application</a:t>
            </a:r>
          </a:p>
        </p:txBody>
      </p:sp>
      <p:sp>
        <p:nvSpPr>
          <p:cNvPr id="4" name="Date Placeholder 3">
            <a:extLst>
              <a:ext uri="{FF2B5EF4-FFF2-40B4-BE49-F238E27FC236}">
                <a16:creationId xmlns:a16="http://schemas.microsoft.com/office/drawing/2014/main" id="{3B224FCF-5F9A-234A-B3BE-C2D2D5771E0E}"/>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B9D7799D-C08D-DB41-9FBB-8B75AC29A364}"/>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C86BFC46-26C0-694F-AB32-79E669799B2C}"/>
              </a:ext>
            </a:extLst>
          </p:cNvPr>
          <p:cNvSpPr>
            <a:spLocks noGrp="1"/>
          </p:cNvSpPr>
          <p:nvPr>
            <p:ph type="sldNum" sz="quarter" idx="12"/>
          </p:nvPr>
        </p:nvSpPr>
        <p:spPr/>
        <p:txBody>
          <a:bodyPr/>
          <a:lstStyle/>
          <a:p>
            <a:fld id="{0FCF0B8E-C764-B441-826F-3009896208B1}" type="slidenum">
              <a:rPr lang="en-US" smtClean="0"/>
              <a:t>11</a:t>
            </a:fld>
            <a:endParaRPr lang="en-US"/>
          </a:p>
        </p:txBody>
      </p:sp>
    </p:spTree>
    <p:extLst>
      <p:ext uri="{BB962C8B-B14F-4D97-AF65-F5344CB8AC3E}">
        <p14:creationId xmlns:p14="http://schemas.microsoft.com/office/powerpoint/2010/main" val="389276720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CF798-DA48-D149-A6F0-9CB751187E65}"/>
              </a:ext>
            </a:extLst>
          </p:cNvPr>
          <p:cNvSpPr>
            <a:spLocks noGrp="1"/>
          </p:cNvSpPr>
          <p:nvPr>
            <p:ph type="title"/>
          </p:nvPr>
        </p:nvSpPr>
        <p:spPr/>
        <p:txBody>
          <a:bodyPr>
            <a:normAutofit fontScale="90000"/>
          </a:bodyPr>
          <a:lstStyle/>
          <a:p>
            <a:r>
              <a:rPr lang="en-US" dirty="0"/>
              <a:t>PWA Characteristics</a:t>
            </a:r>
          </a:p>
        </p:txBody>
      </p:sp>
      <p:sp>
        <p:nvSpPr>
          <p:cNvPr id="3" name="Content Placeholder 2">
            <a:extLst>
              <a:ext uri="{FF2B5EF4-FFF2-40B4-BE49-F238E27FC236}">
                <a16:creationId xmlns:a16="http://schemas.microsoft.com/office/drawing/2014/main" id="{1C008EC7-1689-D442-8224-FC995D317E8B}"/>
              </a:ext>
            </a:extLst>
          </p:cNvPr>
          <p:cNvSpPr>
            <a:spLocks noGrp="1"/>
          </p:cNvSpPr>
          <p:nvPr>
            <p:ph idx="1"/>
          </p:nvPr>
        </p:nvSpPr>
        <p:spPr/>
        <p:txBody>
          <a:bodyPr>
            <a:normAutofit fontScale="92500" lnSpcReduction="20000"/>
          </a:bodyPr>
          <a:lstStyle/>
          <a:p>
            <a:r>
              <a:rPr lang="en-US" dirty="0"/>
              <a:t>Progressive - Work for every user, regardless of browser choice because they’re built with progressive enhancement as a core tenet.</a:t>
            </a:r>
          </a:p>
          <a:p>
            <a:r>
              <a:rPr lang="en-US" dirty="0"/>
              <a:t>Responsive - Fit any form factor: desktop, mobile, tablet, or forms yet to emerge.</a:t>
            </a:r>
          </a:p>
          <a:p>
            <a:r>
              <a:rPr lang="en-US" dirty="0"/>
              <a:t>Connectivity independent - Service workers allow work offline, or on low quality networks.   </a:t>
            </a:r>
          </a:p>
        </p:txBody>
      </p:sp>
      <p:sp>
        <p:nvSpPr>
          <p:cNvPr id="4" name="Date Placeholder 3">
            <a:extLst>
              <a:ext uri="{FF2B5EF4-FFF2-40B4-BE49-F238E27FC236}">
                <a16:creationId xmlns:a16="http://schemas.microsoft.com/office/drawing/2014/main" id="{5E0C2C57-35A6-F043-8ECF-356069FAF507}"/>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A28254AD-F8AA-C64B-B5E5-D961D8D6D0CE}"/>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C056BCB7-A091-1346-8D7F-D1036AF76E45}"/>
              </a:ext>
            </a:extLst>
          </p:cNvPr>
          <p:cNvSpPr>
            <a:spLocks noGrp="1"/>
          </p:cNvSpPr>
          <p:nvPr>
            <p:ph type="sldNum" sz="quarter" idx="12"/>
          </p:nvPr>
        </p:nvSpPr>
        <p:spPr/>
        <p:txBody>
          <a:bodyPr/>
          <a:lstStyle/>
          <a:p>
            <a:fld id="{0FCF0B8E-C764-B441-826F-3009896208B1}" type="slidenum">
              <a:rPr lang="en-US" smtClean="0"/>
              <a:t>12</a:t>
            </a:fld>
            <a:endParaRPr lang="en-US"/>
          </a:p>
        </p:txBody>
      </p:sp>
    </p:spTree>
    <p:extLst>
      <p:ext uri="{BB962C8B-B14F-4D97-AF65-F5344CB8AC3E}">
        <p14:creationId xmlns:p14="http://schemas.microsoft.com/office/powerpoint/2010/main" val="192616058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23EB4-FD5E-7B4F-AFB5-C2FB8C05D43C}"/>
              </a:ext>
            </a:extLst>
          </p:cNvPr>
          <p:cNvSpPr>
            <a:spLocks noGrp="1"/>
          </p:cNvSpPr>
          <p:nvPr>
            <p:ph type="title"/>
          </p:nvPr>
        </p:nvSpPr>
        <p:spPr/>
        <p:txBody>
          <a:bodyPr>
            <a:normAutofit fontScale="90000"/>
          </a:bodyPr>
          <a:lstStyle/>
          <a:p>
            <a:r>
              <a:rPr lang="en-US" dirty="0"/>
              <a:t>PWA Characteristics</a:t>
            </a:r>
          </a:p>
        </p:txBody>
      </p:sp>
      <p:sp>
        <p:nvSpPr>
          <p:cNvPr id="3" name="Content Placeholder 2">
            <a:extLst>
              <a:ext uri="{FF2B5EF4-FFF2-40B4-BE49-F238E27FC236}">
                <a16:creationId xmlns:a16="http://schemas.microsoft.com/office/drawing/2014/main" id="{FCA07869-D453-0A45-978D-4A17F4F67FAC}"/>
              </a:ext>
            </a:extLst>
          </p:cNvPr>
          <p:cNvSpPr>
            <a:spLocks noGrp="1"/>
          </p:cNvSpPr>
          <p:nvPr>
            <p:ph idx="1"/>
          </p:nvPr>
        </p:nvSpPr>
        <p:spPr/>
        <p:txBody>
          <a:bodyPr>
            <a:normAutofit fontScale="92500"/>
          </a:bodyPr>
          <a:lstStyle/>
          <a:p>
            <a:r>
              <a:rPr lang="en-US" dirty="0"/>
              <a:t>App-like - Feel like an app to the user with app-style interactions and navigation</a:t>
            </a:r>
          </a:p>
          <a:p>
            <a:r>
              <a:rPr lang="en-US" dirty="0"/>
              <a:t>Fresh - Always up-to-date thanks to the service worker update process</a:t>
            </a:r>
          </a:p>
          <a:p>
            <a:r>
              <a:rPr lang="en-US" dirty="0"/>
              <a:t>Safe - Served via HTTPS to prevent snooping and ensure content hasn’t been tampered with</a:t>
            </a:r>
          </a:p>
        </p:txBody>
      </p:sp>
      <p:sp>
        <p:nvSpPr>
          <p:cNvPr id="4" name="Date Placeholder 3">
            <a:extLst>
              <a:ext uri="{FF2B5EF4-FFF2-40B4-BE49-F238E27FC236}">
                <a16:creationId xmlns:a16="http://schemas.microsoft.com/office/drawing/2014/main" id="{693DC9C1-61C7-864B-80F7-5C83306BBFB1}"/>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C706211E-D284-2148-B02F-9E11C37617FE}"/>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4D09AE1D-27F1-4D4B-AAF0-73243621CF65}"/>
              </a:ext>
            </a:extLst>
          </p:cNvPr>
          <p:cNvSpPr>
            <a:spLocks noGrp="1"/>
          </p:cNvSpPr>
          <p:nvPr>
            <p:ph type="sldNum" sz="quarter" idx="12"/>
          </p:nvPr>
        </p:nvSpPr>
        <p:spPr/>
        <p:txBody>
          <a:bodyPr/>
          <a:lstStyle/>
          <a:p>
            <a:fld id="{0FCF0B8E-C764-B441-826F-3009896208B1}" type="slidenum">
              <a:rPr lang="en-US" smtClean="0"/>
              <a:t>13</a:t>
            </a:fld>
            <a:endParaRPr lang="en-US"/>
          </a:p>
        </p:txBody>
      </p:sp>
    </p:spTree>
    <p:extLst>
      <p:ext uri="{BB962C8B-B14F-4D97-AF65-F5344CB8AC3E}">
        <p14:creationId xmlns:p14="http://schemas.microsoft.com/office/powerpoint/2010/main" val="409058903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33049-29D0-F74E-8CBD-65CAF517399A}"/>
              </a:ext>
            </a:extLst>
          </p:cNvPr>
          <p:cNvSpPr>
            <a:spLocks noGrp="1"/>
          </p:cNvSpPr>
          <p:nvPr>
            <p:ph type="title"/>
          </p:nvPr>
        </p:nvSpPr>
        <p:spPr/>
        <p:txBody>
          <a:bodyPr>
            <a:normAutofit fontScale="90000"/>
          </a:bodyPr>
          <a:lstStyle/>
          <a:p>
            <a:r>
              <a:rPr lang="en-US" dirty="0"/>
              <a:t>PWA Characteristics</a:t>
            </a:r>
          </a:p>
        </p:txBody>
      </p:sp>
      <p:sp>
        <p:nvSpPr>
          <p:cNvPr id="3" name="Content Placeholder 2">
            <a:extLst>
              <a:ext uri="{FF2B5EF4-FFF2-40B4-BE49-F238E27FC236}">
                <a16:creationId xmlns:a16="http://schemas.microsoft.com/office/drawing/2014/main" id="{F7AE9084-F348-E547-95B7-1BC72A62CB1B}"/>
              </a:ext>
            </a:extLst>
          </p:cNvPr>
          <p:cNvSpPr>
            <a:spLocks noGrp="1"/>
          </p:cNvSpPr>
          <p:nvPr>
            <p:ph idx="1"/>
          </p:nvPr>
        </p:nvSpPr>
        <p:spPr/>
        <p:txBody>
          <a:bodyPr>
            <a:normAutofit fontScale="77500" lnSpcReduction="20000"/>
          </a:bodyPr>
          <a:lstStyle/>
          <a:p>
            <a:r>
              <a:rPr lang="en-US" dirty="0"/>
              <a:t>Discoverable - Are identifiable as “applications” thanks to W3C manifests[6] and service worker registration scope allowing search engines to find them.</a:t>
            </a:r>
          </a:p>
          <a:p>
            <a:r>
              <a:rPr lang="en-US" dirty="0"/>
              <a:t>Re-engageable - Make re-engagement easy through features like push notifications.</a:t>
            </a:r>
          </a:p>
          <a:p>
            <a:r>
              <a:rPr lang="en-US" dirty="0"/>
              <a:t>Installable - Allow users to “keep” apps they find most useful on their home screen without the hassle of an app store.</a:t>
            </a:r>
          </a:p>
        </p:txBody>
      </p:sp>
      <p:sp>
        <p:nvSpPr>
          <p:cNvPr id="4" name="Date Placeholder 3">
            <a:extLst>
              <a:ext uri="{FF2B5EF4-FFF2-40B4-BE49-F238E27FC236}">
                <a16:creationId xmlns:a16="http://schemas.microsoft.com/office/drawing/2014/main" id="{9BAD4FBA-B0F7-0445-961E-59A7C53A6F03}"/>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5B5E37A6-DF1A-154E-B448-AA1777E2C0E2}"/>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5C69606B-60D1-4641-B4A7-41853EF477B2}"/>
              </a:ext>
            </a:extLst>
          </p:cNvPr>
          <p:cNvSpPr>
            <a:spLocks noGrp="1"/>
          </p:cNvSpPr>
          <p:nvPr>
            <p:ph type="sldNum" sz="quarter" idx="12"/>
          </p:nvPr>
        </p:nvSpPr>
        <p:spPr/>
        <p:txBody>
          <a:bodyPr/>
          <a:lstStyle/>
          <a:p>
            <a:fld id="{0FCF0B8E-C764-B441-826F-3009896208B1}" type="slidenum">
              <a:rPr lang="en-US" smtClean="0"/>
              <a:t>14</a:t>
            </a:fld>
            <a:endParaRPr lang="en-US"/>
          </a:p>
        </p:txBody>
      </p:sp>
    </p:spTree>
    <p:extLst>
      <p:ext uri="{BB962C8B-B14F-4D97-AF65-F5344CB8AC3E}">
        <p14:creationId xmlns:p14="http://schemas.microsoft.com/office/powerpoint/2010/main" val="168999362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C881D-04E2-8149-8A2E-49ECCF9217F5}"/>
              </a:ext>
            </a:extLst>
          </p:cNvPr>
          <p:cNvSpPr>
            <a:spLocks noGrp="1"/>
          </p:cNvSpPr>
          <p:nvPr>
            <p:ph type="title"/>
          </p:nvPr>
        </p:nvSpPr>
        <p:spPr/>
        <p:txBody>
          <a:bodyPr>
            <a:normAutofit fontScale="90000"/>
          </a:bodyPr>
          <a:lstStyle/>
          <a:p>
            <a:r>
              <a:rPr lang="en-US" dirty="0"/>
              <a:t>PWA Characteristics</a:t>
            </a:r>
          </a:p>
        </p:txBody>
      </p:sp>
      <p:sp>
        <p:nvSpPr>
          <p:cNvPr id="3" name="Content Placeholder 2">
            <a:extLst>
              <a:ext uri="{FF2B5EF4-FFF2-40B4-BE49-F238E27FC236}">
                <a16:creationId xmlns:a16="http://schemas.microsoft.com/office/drawing/2014/main" id="{D4A55340-374E-0C47-BBE5-EA1BF4FF304D}"/>
              </a:ext>
            </a:extLst>
          </p:cNvPr>
          <p:cNvSpPr>
            <a:spLocks noGrp="1"/>
          </p:cNvSpPr>
          <p:nvPr>
            <p:ph idx="1"/>
          </p:nvPr>
        </p:nvSpPr>
        <p:spPr/>
        <p:txBody>
          <a:bodyPr/>
          <a:lstStyle/>
          <a:p>
            <a:r>
              <a:rPr lang="en-US" dirty="0"/>
              <a:t>Linkable - Easily shared via a URL and do not require complex installation</a:t>
            </a:r>
          </a:p>
        </p:txBody>
      </p:sp>
      <p:sp>
        <p:nvSpPr>
          <p:cNvPr id="4" name="Date Placeholder 3">
            <a:extLst>
              <a:ext uri="{FF2B5EF4-FFF2-40B4-BE49-F238E27FC236}">
                <a16:creationId xmlns:a16="http://schemas.microsoft.com/office/drawing/2014/main" id="{AE6B1E20-FADC-D247-8D56-DBD6658DA467}"/>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B92F5AFB-0EE7-0847-9FD3-E590FEB31FB2}"/>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CD7C98D7-5071-0B47-9157-A02E2B732ADC}"/>
              </a:ext>
            </a:extLst>
          </p:cNvPr>
          <p:cNvSpPr>
            <a:spLocks noGrp="1"/>
          </p:cNvSpPr>
          <p:nvPr>
            <p:ph type="sldNum" sz="quarter" idx="12"/>
          </p:nvPr>
        </p:nvSpPr>
        <p:spPr/>
        <p:txBody>
          <a:bodyPr/>
          <a:lstStyle/>
          <a:p>
            <a:fld id="{0FCF0B8E-C764-B441-826F-3009896208B1}" type="slidenum">
              <a:rPr lang="en-US" smtClean="0"/>
              <a:t>15</a:t>
            </a:fld>
            <a:endParaRPr lang="en-US"/>
          </a:p>
        </p:txBody>
      </p:sp>
    </p:spTree>
    <p:extLst>
      <p:ext uri="{BB962C8B-B14F-4D97-AF65-F5344CB8AC3E}">
        <p14:creationId xmlns:p14="http://schemas.microsoft.com/office/powerpoint/2010/main" val="224002523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A95A5-B484-4A4C-8C99-45EA31BC2E23}"/>
              </a:ext>
            </a:extLst>
          </p:cNvPr>
          <p:cNvSpPr>
            <a:spLocks noGrp="1"/>
          </p:cNvSpPr>
          <p:nvPr>
            <p:ph type="title"/>
          </p:nvPr>
        </p:nvSpPr>
        <p:spPr/>
        <p:txBody>
          <a:bodyPr>
            <a:normAutofit fontScale="90000"/>
          </a:bodyPr>
          <a:lstStyle/>
          <a:p>
            <a:r>
              <a:rPr lang="en-US" dirty="0"/>
              <a:t>Basics</a:t>
            </a:r>
          </a:p>
        </p:txBody>
      </p:sp>
      <p:sp>
        <p:nvSpPr>
          <p:cNvPr id="3" name="Content Placeholder 2">
            <a:extLst>
              <a:ext uri="{FF2B5EF4-FFF2-40B4-BE49-F238E27FC236}">
                <a16:creationId xmlns:a16="http://schemas.microsoft.com/office/drawing/2014/main" id="{A96D0C17-7E7F-AD4D-9C4A-208F976D30AE}"/>
              </a:ext>
            </a:extLst>
          </p:cNvPr>
          <p:cNvSpPr>
            <a:spLocks noGrp="1"/>
          </p:cNvSpPr>
          <p:nvPr>
            <p:ph idx="1"/>
          </p:nvPr>
        </p:nvSpPr>
        <p:spPr/>
        <p:txBody>
          <a:bodyPr>
            <a:noAutofit/>
          </a:bodyPr>
          <a:lstStyle/>
          <a:p>
            <a:pPr marL="0" indent="0">
              <a:buNone/>
            </a:pPr>
            <a:r>
              <a:rPr lang="en-US" sz="1400" dirty="0">
                <a:solidFill>
                  <a:srgbClr val="13939F"/>
                </a:solidFill>
                <a:latin typeface="Menlo" panose="020B0609030804020204" pitchFamily="49" charset="0"/>
              </a:rPr>
              <a:t>&lt;</a:t>
            </a:r>
            <a:r>
              <a:rPr lang="en-US" sz="1400" dirty="0">
                <a:solidFill>
                  <a:srgbClr val="A6520C"/>
                </a:solidFill>
                <a:latin typeface="Menlo" panose="020B0609030804020204" pitchFamily="49" charset="0"/>
              </a:rPr>
              <a:t>html</a:t>
            </a:r>
            <a:r>
              <a:rPr lang="en-US" sz="1400" dirty="0">
                <a:solidFill>
                  <a:srgbClr val="13939F"/>
                </a:solidFill>
                <a:latin typeface="Menlo" panose="020B0609030804020204" pitchFamily="49" charset="0"/>
              </a:rPr>
              <a:t>&gt;</a:t>
            </a:r>
            <a:endParaRPr lang="en-US" sz="1400" dirty="0">
              <a:solidFill>
                <a:srgbClr val="A6520C"/>
              </a:solidFill>
              <a:latin typeface="Menlo" panose="020B0609030804020204" pitchFamily="49" charset="0"/>
            </a:endParaRPr>
          </a:p>
          <a:p>
            <a:pPr marL="0" indent="0">
              <a:buNone/>
            </a:pPr>
            <a:r>
              <a:rPr lang="en-US" sz="1400" dirty="0">
                <a:solidFill>
                  <a:srgbClr val="13939F"/>
                </a:solidFill>
                <a:latin typeface="Menlo" panose="020B0609030804020204" pitchFamily="49" charset="0"/>
              </a:rPr>
              <a:t>&lt;</a:t>
            </a:r>
            <a:r>
              <a:rPr lang="en-US" sz="1400" dirty="0">
                <a:solidFill>
                  <a:srgbClr val="A6520C"/>
                </a:solidFill>
                <a:latin typeface="Menlo" panose="020B0609030804020204" pitchFamily="49" charset="0"/>
              </a:rPr>
              <a:t>head</a:t>
            </a:r>
            <a:r>
              <a:rPr lang="en-US" sz="1400" dirty="0">
                <a:solidFill>
                  <a:srgbClr val="13939F"/>
                </a:solidFill>
                <a:latin typeface="Menlo" panose="020B0609030804020204" pitchFamily="49" charset="0"/>
              </a:rPr>
              <a:t>&gt;</a:t>
            </a:r>
            <a:endParaRPr lang="en-US" sz="1400" dirty="0">
              <a:solidFill>
                <a:srgbClr val="A6520C"/>
              </a:solidFill>
              <a:latin typeface="Menlo" panose="020B0609030804020204" pitchFamily="49" charset="0"/>
            </a:endParaRPr>
          </a:p>
          <a:p>
            <a:pPr marL="0" indent="0">
              <a:buNone/>
            </a:pPr>
            <a:r>
              <a:rPr lang="en-US" sz="1400" dirty="0">
                <a:solidFill>
                  <a:srgbClr val="13939F"/>
                </a:solidFill>
                <a:latin typeface="Menlo" panose="020B0609030804020204" pitchFamily="49" charset="0"/>
              </a:rPr>
              <a:t>&lt;</a:t>
            </a:r>
            <a:r>
              <a:rPr lang="en-US" sz="1400" dirty="0">
                <a:solidFill>
                  <a:srgbClr val="A6520C"/>
                </a:solidFill>
                <a:latin typeface="Menlo" panose="020B0609030804020204" pitchFamily="49" charset="0"/>
              </a:rPr>
              <a:t>title</a:t>
            </a:r>
            <a:r>
              <a:rPr lang="en-US" sz="1400" dirty="0">
                <a:solidFill>
                  <a:srgbClr val="13939F"/>
                </a:solidFill>
                <a:latin typeface="Menlo" panose="020B0609030804020204" pitchFamily="49" charset="0"/>
              </a:rPr>
              <a:t>&gt;</a:t>
            </a:r>
            <a:r>
              <a:rPr lang="en-US" sz="1400" dirty="0">
                <a:solidFill>
                  <a:srgbClr val="B000B2"/>
                </a:solidFill>
                <a:latin typeface="Menlo" panose="020B0609030804020204" pitchFamily="49" charset="0"/>
              </a:rPr>
              <a:t>01</a:t>
            </a:r>
            <a:r>
              <a:rPr lang="en-US" sz="1400" dirty="0">
                <a:solidFill>
                  <a:srgbClr val="13939F"/>
                </a:solidFill>
                <a:latin typeface="Menlo" panose="020B0609030804020204" pitchFamily="49" charset="0"/>
              </a:rPr>
              <a:t>&lt;/</a:t>
            </a:r>
            <a:r>
              <a:rPr lang="en-US" sz="1400" dirty="0">
                <a:solidFill>
                  <a:srgbClr val="A6520C"/>
                </a:solidFill>
                <a:latin typeface="Menlo" panose="020B0609030804020204" pitchFamily="49" charset="0"/>
              </a:rPr>
              <a:t>title</a:t>
            </a:r>
            <a:r>
              <a:rPr lang="en-US" sz="1400" dirty="0">
                <a:solidFill>
                  <a:srgbClr val="13939F"/>
                </a:solidFill>
                <a:latin typeface="Menlo" panose="020B0609030804020204" pitchFamily="49" charset="0"/>
              </a:rPr>
              <a:t>&gt;</a:t>
            </a:r>
            <a:endParaRPr lang="en-US" sz="1400" dirty="0">
              <a:solidFill>
                <a:srgbClr val="A6520C"/>
              </a:solidFill>
              <a:latin typeface="Menlo" panose="020B0609030804020204" pitchFamily="49" charset="0"/>
            </a:endParaRPr>
          </a:p>
          <a:p>
            <a:pPr marL="0" indent="0">
              <a:buNone/>
            </a:pPr>
            <a:r>
              <a:rPr lang="en-US" sz="1400" dirty="0">
                <a:solidFill>
                  <a:srgbClr val="3200CA"/>
                </a:solidFill>
                <a:latin typeface="Menlo" panose="020B0609030804020204" pitchFamily="49" charset="0"/>
              </a:rPr>
              <a:t>&lt;!-- development version, includes helpful console warnings --&gt;</a:t>
            </a:r>
          </a:p>
          <a:p>
            <a:pPr marL="0" indent="0">
              <a:buNone/>
            </a:pPr>
            <a:r>
              <a:rPr lang="en-US" sz="1400" dirty="0">
                <a:solidFill>
                  <a:srgbClr val="13939F"/>
                </a:solidFill>
                <a:latin typeface="Menlo" panose="020B0609030804020204" pitchFamily="49" charset="0"/>
              </a:rPr>
              <a:t>&lt;</a:t>
            </a:r>
            <a:r>
              <a:rPr lang="en-US" sz="1400" dirty="0">
                <a:solidFill>
                  <a:srgbClr val="A6520C"/>
                </a:solidFill>
                <a:latin typeface="Menlo" panose="020B0609030804020204" pitchFamily="49" charset="0"/>
              </a:rPr>
              <a:t>script</a:t>
            </a:r>
            <a:r>
              <a:rPr lang="en-US" sz="1400" dirty="0">
                <a:solidFill>
                  <a:srgbClr val="13939F"/>
                </a:solidFill>
                <a:latin typeface="Menlo" panose="020B0609030804020204" pitchFamily="49" charset="0"/>
              </a:rPr>
              <a:t> </a:t>
            </a:r>
            <a:r>
              <a:rPr lang="en-US" sz="1400" dirty="0" err="1">
                <a:solidFill>
                  <a:srgbClr val="149802"/>
                </a:solidFill>
                <a:latin typeface="Menlo" panose="020B0609030804020204" pitchFamily="49" charset="0"/>
              </a:rPr>
              <a:t>src</a:t>
            </a:r>
            <a:r>
              <a:rPr lang="en-US" sz="1400" dirty="0">
                <a:solidFill>
                  <a:srgbClr val="13939F"/>
                </a:solidFill>
                <a:latin typeface="Menlo" panose="020B0609030804020204" pitchFamily="49" charset="0"/>
              </a:rPr>
              <a:t>=</a:t>
            </a:r>
            <a:r>
              <a:rPr lang="en-US" sz="1400" dirty="0">
                <a:solidFill>
                  <a:srgbClr val="9F1410"/>
                </a:solidFill>
                <a:latin typeface="Menlo" panose="020B0609030804020204" pitchFamily="49" charset="0"/>
              </a:rPr>
              <a:t>"https://</a:t>
            </a:r>
            <a:r>
              <a:rPr lang="en-US" sz="1400" dirty="0" err="1">
                <a:solidFill>
                  <a:srgbClr val="9F1410"/>
                </a:solidFill>
                <a:latin typeface="Menlo" panose="020B0609030804020204" pitchFamily="49" charset="0"/>
              </a:rPr>
              <a:t>cdn.jsdelivr.net</a:t>
            </a:r>
            <a:r>
              <a:rPr lang="en-US" sz="1400" dirty="0">
                <a:solidFill>
                  <a:srgbClr val="9F1410"/>
                </a:solidFill>
                <a:latin typeface="Menlo" panose="020B0609030804020204" pitchFamily="49" charset="0"/>
              </a:rPr>
              <a:t>/</a:t>
            </a:r>
            <a:r>
              <a:rPr lang="en-US" sz="1400" dirty="0" err="1">
                <a:solidFill>
                  <a:srgbClr val="9F1410"/>
                </a:solidFill>
                <a:latin typeface="Menlo" panose="020B0609030804020204" pitchFamily="49" charset="0"/>
              </a:rPr>
              <a:t>npm</a:t>
            </a:r>
            <a:r>
              <a:rPr lang="en-US" sz="1400" dirty="0">
                <a:solidFill>
                  <a:srgbClr val="9F1410"/>
                </a:solidFill>
                <a:latin typeface="Menlo" panose="020B0609030804020204" pitchFamily="49" charset="0"/>
              </a:rPr>
              <a:t>/</a:t>
            </a:r>
            <a:r>
              <a:rPr lang="en-US" sz="1400" dirty="0" err="1">
                <a:solidFill>
                  <a:srgbClr val="9F1410"/>
                </a:solidFill>
                <a:latin typeface="Menlo" panose="020B0609030804020204" pitchFamily="49" charset="0"/>
              </a:rPr>
              <a:t>vue</a:t>
            </a:r>
            <a:r>
              <a:rPr lang="en-US" sz="1400" dirty="0">
                <a:solidFill>
                  <a:srgbClr val="9F1410"/>
                </a:solidFill>
                <a:latin typeface="Menlo" panose="020B0609030804020204" pitchFamily="49" charset="0"/>
              </a:rPr>
              <a:t>/</a:t>
            </a:r>
            <a:r>
              <a:rPr lang="en-US" sz="1400" dirty="0" err="1">
                <a:solidFill>
                  <a:srgbClr val="9F1410"/>
                </a:solidFill>
                <a:latin typeface="Menlo" panose="020B0609030804020204" pitchFamily="49" charset="0"/>
              </a:rPr>
              <a:t>dist</a:t>
            </a:r>
            <a:r>
              <a:rPr lang="en-US" sz="1400" dirty="0">
                <a:solidFill>
                  <a:srgbClr val="9F1410"/>
                </a:solidFill>
                <a:latin typeface="Menlo" panose="020B0609030804020204" pitchFamily="49" charset="0"/>
              </a:rPr>
              <a:t>/</a:t>
            </a:r>
            <a:r>
              <a:rPr lang="en-US" sz="1400" dirty="0" err="1">
                <a:solidFill>
                  <a:srgbClr val="9F1410"/>
                </a:solidFill>
                <a:latin typeface="Menlo" panose="020B0609030804020204" pitchFamily="49" charset="0"/>
              </a:rPr>
              <a:t>vue.js</a:t>
            </a:r>
            <a:r>
              <a:rPr lang="en-US" sz="1400" dirty="0">
                <a:solidFill>
                  <a:srgbClr val="9F1410"/>
                </a:solidFill>
                <a:latin typeface="Menlo" panose="020B0609030804020204" pitchFamily="49" charset="0"/>
              </a:rPr>
              <a:t>"</a:t>
            </a:r>
            <a:r>
              <a:rPr lang="en-US" sz="1400" dirty="0">
                <a:solidFill>
                  <a:srgbClr val="13939F"/>
                </a:solidFill>
                <a:latin typeface="Menlo" panose="020B0609030804020204" pitchFamily="49" charset="0"/>
              </a:rPr>
              <a:t>&gt;&lt;/</a:t>
            </a:r>
            <a:r>
              <a:rPr lang="en-US" sz="1400" dirty="0">
                <a:solidFill>
                  <a:srgbClr val="A6520C"/>
                </a:solidFill>
                <a:latin typeface="Menlo" panose="020B0609030804020204" pitchFamily="49" charset="0"/>
              </a:rPr>
              <a:t>script</a:t>
            </a:r>
            <a:r>
              <a:rPr lang="en-US" sz="1400" dirty="0">
                <a:solidFill>
                  <a:srgbClr val="13939F"/>
                </a:solidFill>
                <a:latin typeface="Menlo" panose="020B0609030804020204" pitchFamily="49" charset="0"/>
              </a:rPr>
              <a:t>&gt;</a:t>
            </a:r>
            <a:endParaRPr lang="en-US" sz="1400" dirty="0">
              <a:solidFill>
                <a:srgbClr val="9F1410"/>
              </a:solidFill>
              <a:latin typeface="Menlo" panose="020B0609030804020204" pitchFamily="49" charset="0"/>
            </a:endParaRPr>
          </a:p>
          <a:p>
            <a:pPr marL="0" indent="0">
              <a:buNone/>
            </a:pPr>
            <a:r>
              <a:rPr lang="en-US" sz="1400" dirty="0">
                <a:solidFill>
                  <a:srgbClr val="13939F"/>
                </a:solidFill>
                <a:latin typeface="Menlo" panose="020B0609030804020204" pitchFamily="49" charset="0"/>
              </a:rPr>
              <a:t>&lt;/</a:t>
            </a:r>
            <a:r>
              <a:rPr lang="en-US" sz="1400" dirty="0">
                <a:solidFill>
                  <a:srgbClr val="A6520C"/>
                </a:solidFill>
                <a:latin typeface="Menlo" panose="020B0609030804020204" pitchFamily="49" charset="0"/>
              </a:rPr>
              <a:t>head</a:t>
            </a:r>
            <a:r>
              <a:rPr lang="en-US" sz="1400" dirty="0">
                <a:solidFill>
                  <a:srgbClr val="13939F"/>
                </a:solidFill>
                <a:latin typeface="Menlo" panose="020B0609030804020204" pitchFamily="49" charset="0"/>
              </a:rPr>
              <a:t>&gt;</a:t>
            </a:r>
            <a:endParaRPr lang="en-US" sz="1400" dirty="0">
              <a:solidFill>
                <a:srgbClr val="A6520C"/>
              </a:solidFill>
              <a:latin typeface="Menlo" panose="020B0609030804020204" pitchFamily="49" charset="0"/>
            </a:endParaRPr>
          </a:p>
          <a:p>
            <a:pPr marL="0" indent="0">
              <a:buNone/>
            </a:pPr>
            <a:r>
              <a:rPr lang="en-US" sz="1400" dirty="0">
                <a:solidFill>
                  <a:srgbClr val="13939F"/>
                </a:solidFill>
                <a:latin typeface="Menlo" panose="020B0609030804020204" pitchFamily="49" charset="0"/>
              </a:rPr>
              <a:t>&lt;</a:t>
            </a:r>
            <a:r>
              <a:rPr lang="en-US" sz="1400" dirty="0">
                <a:solidFill>
                  <a:srgbClr val="A6520C"/>
                </a:solidFill>
                <a:latin typeface="Menlo" panose="020B0609030804020204" pitchFamily="49" charset="0"/>
              </a:rPr>
              <a:t>body</a:t>
            </a:r>
            <a:r>
              <a:rPr lang="en-US" sz="1400" dirty="0">
                <a:solidFill>
                  <a:srgbClr val="13939F"/>
                </a:solidFill>
                <a:latin typeface="Menlo" panose="020B0609030804020204" pitchFamily="49" charset="0"/>
              </a:rPr>
              <a:t>&gt;</a:t>
            </a:r>
            <a:endParaRPr lang="en-US" sz="1400" dirty="0">
              <a:solidFill>
                <a:srgbClr val="A6520C"/>
              </a:solidFill>
              <a:latin typeface="Menlo" panose="020B0609030804020204" pitchFamily="49" charset="0"/>
            </a:endParaRPr>
          </a:p>
          <a:p>
            <a:pPr marL="0" indent="0">
              <a:buNone/>
            </a:pPr>
            <a:br>
              <a:rPr lang="en-US" sz="1400" dirty="0">
                <a:solidFill>
                  <a:srgbClr val="3B2322"/>
                </a:solidFill>
                <a:latin typeface="Menlo" panose="020B0609030804020204" pitchFamily="49" charset="0"/>
              </a:rPr>
            </a:br>
            <a:endParaRPr lang="en-US" sz="1400" dirty="0">
              <a:solidFill>
                <a:srgbClr val="3B2322"/>
              </a:solidFill>
              <a:latin typeface="Menlo" panose="020B0609030804020204" pitchFamily="49" charset="0"/>
            </a:endParaRPr>
          </a:p>
          <a:p>
            <a:pPr marL="0" indent="0">
              <a:buNone/>
            </a:pPr>
            <a:r>
              <a:rPr lang="en-US" sz="1400" dirty="0">
                <a:solidFill>
                  <a:srgbClr val="13939F"/>
                </a:solidFill>
                <a:latin typeface="Menlo" panose="020B0609030804020204" pitchFamily="49" charset="0"/>
              </a:rPr>
              <a:t>&lt;</a:t>
            </a:r>
            <a:r>
              <a:rPr lang="en-US" sz="1400" dirty="0">
                <a:solidFill>
                  <a:srgbClr val="A6520C"/>
                </a:solidFill>
                <a:latin typeface="Menlo" panose="020B0609030804020204" pitchFamily="49" charset="0"/>
              </a:rPr>
              <a:t>div</a:t>
            </a:r>
            <a:r>
              <a:rPr lang="en-US" sz="1400" dirty="0">
                <a:solidFill>
                  <a:srgbClr val="13939F"/>
                </a:solidFill>
                <a:latin typeface="Menlo" panose="020B0609030804020204" pitchFamily="49" charset="0"/>
              </a:rPr>
              <a:t> </a:t>
            </a:r>
            <a:r>
              <a:rPr lang="en-US" sz="1400" dirty="0">
                <a:solidFill>
                  <a:srgbClr val="149802"/>
                </a:solidFill>
                <a:latin typeface="Menlo" panose="020B0609030804020204" pitchFamily="49" charset="0"/>
              </a:rPr>
              <a:t>id</a:t>
            </a:r>
            <a:r>
              <a:rPr lang="en-US" sz="1400" dirty="0">
                <a:solidFill>
                  <a:srgbClr val="13939F"/>
                </a:solidFill>
                <a:latin typeface="Menlo" panose="020B0609030804020204" pitchFamily="49" charset="0"/>
              </a:rPr>
              <a:t>=</a:t>
            </a:r>
            <a:r>
              <a:rPr lang="en-US" sz="1400" dirty="0">
                <a:solidFill>
                  <a:srgbClr val="9F1410"/>
                </a:solidFill>
                <a:latin typeface="Menlo" panose="020B0609030804020204" pitchFamily="49" charset="0"/>
              </a:rPr>
              <a:t>"app"</a:t>
            </a:r>
            <a:r>
              <a:rPr lang="en-US" sz="1400" dirty="0">
                <a:solidFill>
                  <a:srgbClr val="13939F"/>
                </a:solidFill>
                <a:latin typeface="Menlo" panose="020B0609030804020204" pitchFamily="49" charset="0"/>
              </a:rPr>
              <a:t>&gt;</a:t>
            </a:r>
            <a:endParaRPr lang="en-US" sz="1400" dirty="0">
              <a:solidFill>
                <a:srgbClr val="9F1410"/>
              </a:solidFill>
              <a:latin typeface="Menlo" panose="020B0609030804020204" pitchFamily="49" charset="0"/>
            </a:endParaRPr>
          </a:p>
          <a:p>
            <a:pPr marL="0" indent="0">
              <a:buNone/>
            </a:pPr>
            <a:r>
              <a:rPr lang="en-US" sz="1400" dirty="0">
                <a:solidFill>
                  <a:srgbClr val="3B2322"/>
                </a:solidFill>
                <a:latin typeface="Menlo" panose="020B0609030804020204" pitchFamily="49" charset="0"/>
              </a:rPr>
              <a:t>  {{ message }}</a:t>
            </a:r>
          </a:p>
          <a:p>
            <a:pPr marL="0" indent="0">
              <a:buNone/>
            </a:pPr>
            <a:r>
              <a:rPr lang="en-US" sz="1400" dirty="0">
                <a:solidFill>
                  <a:srgbClr val="13939F"/>
                </a:solidFill>
                <a:latin typeface="Menlo" panose="020B0609030804020204" pitchFamily="49" charset="0"/>
              </a:rPr>
              <a:t>&lt;/</a:t>
            </a:r>
            <a:r>
              <a:rPr lang="en-US" sz="1400" dirty="0">
                <a:solidFill>
                  <a:srgbClr val="A6520C"/>
                </a:solidFill>
                <a:latin typeface="Menlo" panose="020B0609030804020204" pitchFamily="49" charset="0"/>
              </a:rPr>
              <a:t>div</a:t>
            </a:r>
            <a:r>
              <a:rPr lang="en-US" sz="1400" dirty="0">
                <a:solidFill>
                  <a:srgbClr val="13939F"/>
                </a:solidFill>
                <a:latin typeface="Menlo" panose="020B0609030804020204" pitchFamily="49" charset="0"/>
              </a:rPr>
              <a:t>&gt;</a:t>
            </a:r>
            <a:endParaRPr lang="en-US" sz="1400" dirty="0">
              <a:solidFill>
                <a:srgbClr val="A6520C"/>
              </a:solidFill>
              <a:latin typeface="Menlo" panose="020B0609030804020204" pitchFamily="49" charset="0"/>
            </a:endParaRPr>
          </a:p>
          <a:p>
            <a:pPr marL="0" indent="0">
              <a:buNone/>
            </a:pPr>
            <a:br>
              <a:rPr lang="en-US" sz="1400" dirty="0">
                <a:solidFill>
                  <a:srgbClr val="3B2322"/>
                </a:solidFill>
                <a:latin typeface="Menlo" panose="020B0609030804020204" pitchFamily="49" charset="0"/>
              </a:rPr>
            </a:br>
            <a:endParaRPr lang="en-US" sz="1400" dirty="0">
              <a:solidFill>
                <a:srgbClr val="3B2322"/>
              </a:solidFill>
              <a:latin typeface="Menlo" panose="020B0609030804020204" pitchFamily="49" charset="0"/>
            </a:endParaRPr>
          </a:p>
          <a:p>
            <a:pPr marL="0" indent="0">
              <a:buNone/>
            </a:pPr>
            <a:endParaRPr lang="en-US" sz="1400" dirty="0"/>
          </a:p>
        </p:txBody>
      </p:sp>
      <p:sp>
        <p:nvSpPr>
          <p:cNvPr id="4" name="Date Placeholder 3">
            <a:extLst>
              <a:ext uri="{FF2B5EF4-FFF2-40B4-BE49-F238E27FC236}">
                <a16:creationId xmlns:a16="http://schemas.microsoft.com/office/drawing/2014/main" id="{A21C9F12-E983-7D45-826C-DB5D8A2DFE9A}"/>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23147EC5-2C87-3741-864F-CE9CE8A9DF19}"/>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4724D575-0454-D14E-864D-1EA1B1BC8E59}"/>
              </a:ext>
            </a:extLst>
          </p:cNvPr>
          <p:cNvSpPr>
            <a:spLocks noGrp="1"/>
          </p:cNvSpPr>
          <p:nvPr>
            <p:ph type="sldNum" sz="quarter" idx="12"/>
          </p:nvPr>
        </p:nvSpPr>
        <p:spPr/>
        <p:txBody>
          <a:bodyPr/>
          <a:lstStyle/>
          <a:p>
            <a:fld id="{0FCF0B8E-C764-B441-826F-3009896208B1}" type="slidenum">
              <a:rPr lang="en-US" smtClean="0"/>
              <a:t>16</a:t>
            </a:fld>
            <a:endParaRPr lang="en-US"/>
          </a:p>
        </p:txBody>
      </p:sp>
    </p:spTree>
    <p:extLst>
      <p:ext uri="{BB962C8B-B14F-4D97-AF65-F5344CB8AC3E}">
        <p14:creationId xmlns:p14="http://schemas.microsoft.com/office/powerpoint/2010/main" val="405771284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EC74D-A190-4A41-AD76-3A6ECC4212E6}"/>
              </a:ext>
            </a:extLst>
          </p:cNvPr>
          <p:cNvSpPr>
            <a:spLocks noGrp="1"/>
          </p:cNvSpPr>
          <p:nvPr>
            <p:ph type="title"/>
          </p:nvPr>
        </p:nvSpPr>
        <p:spPr/>
        <p:txBody>
          <a:bodyPr>
            <a:normAutofit fontScale="90000"/>
          </a:bodyPr>
          <a:lstStyle/>
          <a:p>
            <a:r>
              <a:rPr lang="en-US" dirty="0"/>
              <a:t>Reactive</a:t>
            </a:r>
          </a:p>
        </p:txBody>
      </p:sp>
      <p:sp>
        <p:nvSpPr>
          <p:cNvPr id="3" name="Content Placeholder 2">
            <a:extLst>
              <a:ext uri="{FF2B5EF4-FFF2-40B4-BE49-F238E27FC236}">
                <a16:creationId xmlns:a16="http://schemas.microsoft.com/office/drawing/2014/main" id="{C9738D86-E6DD-BC48-826B-80B333EF8643}"/>
              </a:ext>
            </a:extLst>
          </p:cNvPr>
          <p:cNvSpPr>
            <a:spLocks noGrp="1"/>
          </p:cNvSpPr>
          <p:nvPr>
            <p:ph idx="1"/>
          </p:nvPr>
        </p:nvSpPr>
        <p:spPr/>
        <p:txBody>
          <a:bodyPr>
            <a:normAutofit fontScale="77500" lnSpcReduction="20000"/>
          </a:bodyPr>
          <a:lstStyle/>
          <a:p>
            <a:pPr marL="0" indent="0">
              <a:buNone/>
            </a:pPr>
            <a:r>
              <a:rPr lang="en-US" sz="2000" dirty="0">
                <a:solidFill>
                  <a:srgbClr val="13939F"/>
                </a:solidFill>
                <a:latin typeface="Menlo" panose="020B0609030804020204" pitchFamily="49" charset="0"/>
              </a:rPr>
              <a:t>&lt;</a:t>
            </a:r>
            <a:r>
              <a:rPr lang="en-US" sz="2000" dirty="0">
                <a:solidFill>
                  <a:srgbClr val="A6520C"/>
                </a:solidFill>
                <a:latin typeface="Menlo" panose="020B0609030804020204" pitchFamily="49" charset="0"/>
              </a:rPr>
              <a:t>script</a:t>
            </a:r>
            <a:r>
              <a:rPr lang="en-US" sz="2000" dirty="0">
                <a:solidFill>
                  <a:srgbClr val="13939F"/>
                </a:solidFill>
                <a:latin typeface="Menlo" panose="020B0609030804020204" pitchFamily="49" charset="0"/>
              </a:rPr>
              <a:t>&gt;</a:t>
            </a:r>
            <a:endParaRPr lang="en-US" sz="2000" dirty="0">
              <a:solidFill>
                <a:srgbClr val="A6520C"/>
              </a:solidFill>
              <a:latin typeface="Menlo" panose="020B0609030804020204" pitchFamily="49" charset="0"/>
            </a:endParaRPr>
          </a:p>
          <a:p>
            <a:pPr marL="0" indent="0">
              <a:buNone/>
            </a:pPr>
            <a:r>
              <a:rPr lang="en-US" sz="2000" dirty="0" err="1">
                <a:solidFill>
                  <a:srgbClr val="13939F"/>
                </a:solidFill>
                <a:latin typeface="Menlo" panose="020B0609030804020204" pitchFamily="49" charset="0"/>
              </a:rPr>
              <a:t>var</a:t>
            </a:r>
            <a:r>
              <a:rPr lang="en-US" sz="2000" dirty="0">
                <a:solidFill>
                  <a:srgbClr val="B000B2"/>
                </a:solidFill>
                <a:latin typeface="Menlo" panose="020B0609030804020204" pitchFamily="49" charset="0"/>
              </a:rPr>
              <a:t> app = </a:t>
            </a:r>
            <a:r>
              <a:rPr lang="en-US" sz="2000" dirty="0">
                <a:solidFill>
                  <a:srgbClr val="A6520C"/>
                </a:solidFill>
                <a:latin typeface="Menlo" panose="020B0609030804020204" pitchFamily="49" charset="0"/>
              </a:rPr>
              <a:t>new</a:t>
            </a:r>
            <a:r>
              <a:rPr lang="en-US" sz="2000" dirty="0">
                <a:solidFill>
                  <a:srgbClr val="B000B2"/>
                </a:solidFill>
                <a:latin typeface="Menlo" panose="020B0609030804020204" pitchFamily="49" charset="0"/>
              </a:rPr>
              <a:t> </a:t>
            </a:r>
            <a:r>
              <a:rPr lang="en-US" sz="2000" dirty="0" err="1">
                <a:solidFill>
                  <a:srgbClr val="B000B2"/>
                </a:solidFill>
                <a:latin typeface="Menlo" panose="020B0609030804020204" pitchFamily="49" charset="0"/>
              </a:rPr>
              <a:t>Vue</a:t>
            </a:r>
            <a:r>
              <a:rPr lang="en-US" sz="2000" dirty="0">
                <a:solidFill>
                  <a:srgbClr val="3B2322"/>
                </a:solidFill>
                <a:latin typeface="Menlo" panose="020B0609030804020204" pitchFamily="49" charset="0"/>
              </a:rPr>
              <a:t>(</a:t>
            </a:r>
            <a:r>
              <a:rPr lang="en-US" sz="2000" dirty="0">
                <a:solidFill>
                  <a:srgbClr val="13939F"/>
                </a:solidFill>
                <a:latin typeface="Menlo" panose="020B0609030804020204" pitchFamily="49" charset="0"/>
              </a:rPr>
              <a:t>{</a:t>
            </a:r>
            <a:endParaRPr lang="en-US" sz="2000" dirty="0">
              <a:solidFill>
                <a:srgbClr val="B000B2"/>
              </a:solidFill>
              <a:latin typeface="Menlo" panose="020B0609030804020204" pitchFamily="49" charset="0"/>
            </a:endParaRPr>
          </a:p>
          <a:p>
            <a:pPr marL="0" indent="0">
              <a:buNone/>
            </a:pPr>
            <a:r>
              <a:rPr lang="en-US" sz="2000" dirty="0">
                <a:solidFill>
                  <a:srgbClr val="B000B2"/>
                </a:solidFill>
                <a:latin typeface="Menlo" panose="020B0609030804020204" pitchFamily="49" charset="0"/>
              </a:rPr>
              <a:t>  el: </a:t>
            </a:r>
            <a:r>
              <a:rPr lang="en-US" sz="2000" dirty="0">
                <a:solidFill>
                  <a:srgbClr val="9F1410"/>
                </a:solidFill>
                <a:latin typeface="Menlo" panose="020B0609030804020204" pitchFamily="49" charset="0"/>
              </a:rPr>
              <a:t>'#app'</a:t>
            </a:r>
            <a:r>
              <a:rPr lang="en-US" sz="2000" dirty="0">
                <a:solidFill>
                  <a:srgbClr val="B000B2"/>
                </a:solidFill>
                <a:latin typeface="Menlo" panose="020B0609030804020204" pitchFamily="49" charset="0"/>
              </a:rPr>
              <a:t>,</a:t>
            </a:r>
          </a:p>
          <a:p>
            <a:pPr marL="0" indent="0">
              <a:buNone/>
            </a:pPr>
            <a:r>
              <a:rPr lang="en-US" sz="2000" dirty="0">
                <a:solidFill>
                  <a:srgbClr val="B000B2"/>
                </a:solidFill>
                <a:latin typeface="Menlo" panose="020B0609030804020204" pitchFamily="49" charset="0"/>
              </a:rPr>
              <a:t>  data: </a:t>
            </a:r>
            <a:r>
              <a:rPr lang="en-US" sz="2000" dirty="0">
                <a:solidFill>
                  <a:srgbClr val="13939F"/>
                </a:solidFill>
                <a:latin typeface="Menlo" panose="020B0609030804020204" pitchFamily="49" charset="0"/>
              </a:rPr>
              <a:t>{</a:t>
            </a:r>
            <a:endParaRPr lang="en-US" sz="2000" dirty="0">
              <a:solidFill>
                <a:srgbClr val="B000B2"/>
              </a:solidFill>
              <a:latin typeface="Menlo" panose="020B0609030804020204" pitchFamily="49" charset="0"/>
            </a:endParaRPr>
          </a:p>
          <a:p>
            <a:pPr marL="0" indent="0">
              <a:buNone/>
            </a:pPr>
            <a:r>
              <a:rPr lang="en-US" sz="2000" dirty="0">
                <a:solidFill>
                  <a:srgbClr val="B000B2"/>
                </a:solidFill>
                <a:latin typeface="Menlo" panose="020B0609030804020204" pitchFamily="49" charset="0"/>
              </a:rPr>
              <a:t>    message: </a:t>
            </a:r>
            <a:r>
              <a:rPr lang="en-US" sz="2000" dirty="0">
                <a:solidFill>
                  <a:srgbClr val="9F1410"/>
                </a:solidFill>
                <a:latin typeface="Menlo" panose="020B0609030804020204" pitchFamily="49" charset="0"/>
              </a:rPr>
              <a:t>'Hello </a:t>
            </a:r>
            <a:r>
              <a:rPr lang="en-US" sz="2000" dirty="0" err="1">
                <a:solidFill>
                  <a:srgbClr val="9F1410"/>
                </a:solidFill>
                <a:latin typeface="Menlo" panose="020B0609030804020204" pitchFamily="49" charset="0"/>
              </a:rPr>
              <a:t>Vue</a:t>
            </a:r>
            <a:r>
              <a:rPr lang="en-US" sz="2000" dirty="0">
                <a:solidFill>
                  <a:srgbClr val="9F1410"/>
                </a:solidFill>
                <a:latin typeface="Menlo" panose="020B0609030804020204" pitchFamily="49" charset="0"/>
              </a:rPr>
              <a:t>!'</a:t>
            </a:r>
            <a:endParaRPr lang="en-US" sz="2000" dirty="0">
              <a:solidFill>
                <a:srgbClr val="B000B2"/>
              </a:solidFill>
              <a:latin typeface="Menlo" panose="020B0609030804020204" pitchFamily="49" charset="0"/>
            </a:endParaRPr>
          </a:p>
          <a:p>
            <a:pPr marL="0" indent="0">
              <a:buNone/>
            </a:pPr>
            <a:r>
              <a:rPr lang="en-US" sz="2000" dirty="0">
                <a:solidFill>
                  <a:srgbClr val="B000B2"/>
                </a:solidFill>
                <a:latin typeface="Menlo" panose="020B0609030804020204" pitchFamily="49" charset="0"/>
              </a:rPr>
              <a:t>  </a:t>
            </a:r>
            <a:r>
              <a:rPr lang="en-US" sz="2000" dirty="0">
                <a:solidFill>
                  <a:srgbClr val="13939F"/>
                </a:solidFill>
                <a:latin typeface="Menlo" panose="020B0609030804020204" pitchFamily="49" charset="0"/>
              </a:rPr>
              <a:t>}</a:t>
            </a:r>
            <a:endParaRPr lang="en-US" sz="2000" dirty="0">
              <a:solidFill>
                <a:srgbClr val="B000B2"/>
              </a:solidFill>
              <a:latin typeface="Menlo" panose="020B0609030804020204" pitchFamily="49" charset="0"/>
            </a:endParaRPr>
          </a:p>
          <a:p>
            <a:pPr marL="0" indent="0">
              <a:buNone/>
            </a:pPr>
            <a:r>
              <a:rPr lang="en-US" sz="2000" dirty="0">
                <a:solidFill>
                  <a:srgbClr val="13939F"/>
                </a:solidFill>
                <a:latin typeface="Menlo" panose="020B0609030804020204" pitchFamily="49" charset="0"/>
              </a:rPr>
              <a:t>}</a:t>
            </a:r>
            <a:r>
              <a:rPr lang="en-US" sz="2000" dirty="0">
                <a:solidFill>
                  <a:srgbClr val="3B2322"/>
                </a:solidFill>
                <a:latin typeface="Menlo" panose="020B0609030804020204" pitchFamily="49" charset="0"/>
              </a:rPr>
              <a:t>)</a:t>
            </a:r>
          </a:p>
          <a:p>
            <a:pPr marL="0" indent="0">
              <a:buNone/>
            </a:pPr>
            <a:r>
              <a:rPr lang="en-US" sz="2000" dirty="0">
                <a:solidFill>
                  <a:srgbClr val="13939F"/>
                </a:solidFill>
                <a:latin typeface="Menlo" panose="020B0609030804020204" pitchFamily="49" charset="0"/>
              </a:rPr>
              <a:t>&lt;/</a:t>
            </a:r>
            <a:r>
              <a:rPr lang="en-US" sz="2000" dirty="0">
                <a:solidFill>
                  <a:srgbClr val="A6520C"/>
                </a:solidFill>
                <a:latin typeface="Menlo" panose="020B0609030804020204" pitchFamily="49" charset="0"/>
              </a:rPr>
              <a:t>script</a:t>
            </a:r>
            <a:r>
              <a:rPr lang="en-US" sz="2000" dirty="0">
                <a:solidFill>
                  <a:srgbClr val="13939F"/>
                </a:solidFill>
                <a:latin typeface="Menlo" panose="020B0609030804020204" pitchFamily="49" charset="0"/>
              </a:rPr>
              <a:t>&gt;</a:t>
            </a:r>
          </a:p>
          <a:p>
            <a:pPr marL="0" indent="0">
              <a:buNone/>
            </a:pPr>
            <a:r>
              <a:rPr lang="en-US" sz="2000" dirty="0">
                <a:solidFill>
                  <a:srgbClr val="3200CA"/>
                </a:solidFill>
                <a:latin typeface="Menlo" panose="020B0609030804020204" pitchFamily="49" charset="0"/>
              </a:rPr>
              <a:t>&lt;!-- </a:t>
            </a:r>
            <a:r>
              <a:rPr lang="en-US" sz="2000" dirty="0" err="1">
                <a:solidFill>
                  <a:srgbClr val="3200CA"/>
                </a:solidFill>
                <a:latin typeface="Menlo" panose="020B0609030804020204" pitchFamily="49" charset="0"/>
              </a:rPr>
              <a:t>app.message</a:t>
            </a:r>
            <a:r>
              <a:rPr lang="en-US" sz="2000" dirty="0">
                <a:solidFill>
                  <a:srgbClr val="3200CA"/>
                </a:solidFill>
                <a:latin typeface="Menlo" panose="020B0609030804020204" pitchFamily="49" charset="0"/>
              </a:rPr>
              <a:t> = 'Goodbye </a:t>
            </a:r>
            <a:r>
              <a:rPr lang="en-US" sz="2000" dirty="0" err="1">
                <a:solidFill>
                  <a:srgbClr val="3200CA"/>
                </a:solidFill>
                <a:latin typeface="Menlo" panose="020B0609030804020204" pitchFamily="49" charset="0"/>
              </a:rPr>
              <a:t>Vue</a:t>
            </a:r>
            <a:r>
              <a:rPr lang="en-US" sz="2000" dirty="0">
                <a:solidFill>
                  <a:srgbClr val="3200CA"/>
                </a:solidFill>
                <a:latin typeface="Menlo" panose="020B0609030804020204" pitchFamily="49" charset="0"/>
              </a:rPr>
              <a:t>!'; --&gt;</a:t>
            </a:r>
            <a:endParaRPr lang="en-US" sz="2000" dirty="0">
              <a:solidFill>
                <a:srgbClr val="A6520C"/>
              </a:solidFill>
              <a:latin typeface="Menlo" panose="020B0609030804020204" pitchFamily="49" charset="0"/>
            </a:endParaRPr>
          </a:p>
          <a:p>
            <a:pPr marL="0" indent="0">
              <a:buNone/>
            </a:pPr>
            <a:r>
              <a:rPr lang="en-US" sz="2000" dirty="0">
                <a:solidFill>
                  <a:srgbClr val="13939F"/>
                </a:solidFill>
                <a:latin typeface="Menlo" panose="020B0609030804020204" pitchFamily="49" charset="0"/>
              </a:rPr>
              <a:t>&lt;/</a:t>
            </a:r>
            <a:r>
              <a:rPr lang="en-US" sz="2000" dirty="0">
                <a:solidFill>
                  <a:srgbClr val="A6520C"/>
                </a:solidFill>
                <a:latin typeface="Menlo" panose="020B0609030804020204" pitchFamily="49" charset="0"/>
              </a:rPr>
              <a:t>body</a:t>
            </a:r>
            <a:r>
              <a:rPr lang="en-US" sz="2000" dirty="0">
                <a:solidFill>
                  <a:srgbClr val="13939F"/>
                </a:solidFill>
                <a:latin typeface="Menlo" panose="020B0609030804020204" pitchFamily="49" charset="0"/>
              </a:rPr>
              <a:t>&gt;</a:t>
            </a:r>
            <a:endParaRPr lang="en-US" sz="2000" dirty="0">
              <a:solidFill>
                <a:srgbClr val="A6520C"/>
              </a:solidFill>
              <a:latin typeface="Menlo" panose="020B0609030804020204" pitchFamily="49" charset="0"/>
            </a:endParaRPr>
          </a:p>
          <a:p>
            <a:pPr marL="0" indent="0">
              <a:buNone/>
            </a:pPr>
            <a:r>
              <a:rPr lang="en-US" sz="2000" dirty="0">
                <a:solidFill>
                  <a:srgbClr val="13939F"/>
                </a:solidFill>
                <a:latin typeface="Menlo" panose="020B0609030804020204" pitchFamily="49" charset="0"/>
              </a:rPr>
              <a:t>&lt;/</a:t>
            </a:r>
            <a:r>
              <a:rPr lang="en-US" sz="2000" dirty="0">
                <a:solidFill>
                  <a:srgbClr val="A6520C"/>
                </a:solidFill>
                <a:latin typeface="Menlo" panose="020B0609030804020204" pitchFamily="49" charset="0"/>
              </a:rPr>
              <a:t>html</a:t>
            </a:r>
            <a:r>
              <a:rPr lang="en-US" sz="2000" dirty="0">
                <a:solidFill>
                  <a:srgbClr val="13939F"/>
                </a:solidFill>
                <a:latin typeface="Menlo" panose="020B0609030804020204" pitchFamily="49" charset="0"/>
              </a:rPr>
              <a:t>&gt;</a:t>
            </a:r>
            <a:endParaRPr lang="en-US" sz="2000" dirty="0">
              <a:solidFill>
                <a:srgbClr val="A6520C"/>
              </a:solidFill>
              <a:latin typeface="Menlo" panose="020B0609030804020204" pitchFamily="49" charset="0"/>
            </a:endParaRPr>
          </a:p>
          <a:p>
            <a:pPr marL="0" indent="0">
              <a:buNone/>
            </a:pPr>
            <a:endParaRPr lang="en-US" sz="2000" dirty="0"/>
          </a:p>
        </p:txBody>
      </p:sp>
      <p:sp>
        <p:nvSpPr>
          <p:cNvPr id="4" name="Date Placeholder 3">
            <a:extLst>
              <a:ext uri="{FF2B5EF4-FFF2-40B4-BE49-F238E27FC236}">
                <a16:creationId xmlns:a16="http://schemas.microsoft.com/office/drawing/2014/main" id="{B31A6CA5-FF07-324F-BD56-9112693303C7}"/>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082183BA-BCCE-9147-BD92-716288B5B37E}"/>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A1066B88-F44F-B04B-BEF1-4DA4593EDE10}"/>
              </a:ext>
            </a:extLst>
          </p:cNvPr>
          <p:cNvSpPr>
            <a:spLocks noGrp="1"/>
          </p:cNvSpPr>
          <p:nvPr>
            <p:ph type="sldNum" sz="quarter" idx="12"/>
          </p:nvPr>
        </p:nvSpPr>
        <p:spPr/>
        <p:txBody>
          <a:bodyPr/>
          <a:lstStyle/>
          <a:p>
            <a:fld id="{0FCF0B8E-C764-B441-826F-3009896208B1}" type="slidenum">
              <a:rPr lang="en-US" smtClean="0"/>
              <a:t>17</a:t>
            </a:fld>
            <a:endParaRPr lang="en-US"/>
          </a:p>
        </p:txBody>
      </p:sp>
    </p:spTree>
    <p:extLst>
      <p:ext uri="{BB962C8B-B14F-4D97-AF65-F5344CB8AC3E}">
        <p14:creationId xmlns:p14="http://schemas.microsoft.com/office/powerpoint/2010/main" val="19160857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CE546-6C85-BE49-88F9-29A0E3DAC253}"/>
              </a:ext>
            </a:extLst>
          </p:cNvPr>
          <p:cNvSpPr>
            <a:spLocks noGrp="1"/>
          </p:cNvSpPr>
          <p:nvPr>
            <p:ph type="title"/>
          </p:nvPr>
        </p:nvSpPr>
        <p:spPr/>
        <p:txBody>
          <a:bodyPr>
            <a:normAutofit fontScale="90000"/>
          </a:bodyPr>
          <a:lstStyle/>
          <a:p>
            <a:r>
              <a:rPr lang="en-US" dirty="0"/>
              <a:t>Reactive</a:t>
            </a:r>
          </a:p>
        </p:txBody>
      </p:sp>
      <p:sp>
        <p:nvSpPr>
          <p:cNvPr id="3" name="Content Placeholder 2">
            <a:extLst>
              <a:ext uri="{FF2B5EF4-FFF2-40B4-BE49-F238E27FC236}">
                <a16:creationId xmlns:a16="http://schemas.microsoft.com/office/drawing/2014/main" id="{2119D509-25DC-D64C-9872-FC25B5DF3250}"/>
              </a:ext>
            </a:extLst>
          </p:cNvPr>
          <p:cNvSpPr>
            <a:spLocks noGrp="1"/>
          </p:cNvSpPr>
          <p:nvPr>
            <p:ph idx="1"/>
          </p:nvPr>
        </p:nvSpPr>
        <p:spPr/>
        <p:txBody>
          <a:bodyPr/>
          <a:lstStyle/>
          <a:p>
            <a:r>
              <a:rPr lang="en-US" dirty="0"/>
              <a:t>Now can change </a:t>
            </a:r>
            <a:r>
              <a:rPr lang="en-US" dirty="0" err="1"/>
              <a:t>app.message</a:t>
            </a:r>
            <a:r>
              <a:rPr lang="en-US" dirty="0"/>
              <a:t> and view will update</a:t>
            </a:r>
          </a:p>
        </p:txBody>
      </p:sp>
      <p:sp>
        <p:nvSpPr>
          <p:cNvPr id="4" name="Date Placeholder 3">
            <a:extLst>
              <a:ext uri="{FF2B5EF4-FFF2-40B4-BE49-F238E27FC236}">
                <a16:creationId xmlns:a16="http://schemas.microsoft.com/office/drawing/2014/main" id="{1FDA8482-FC87-1540-AD1F-E37129684277}"/>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6CEF3298-4AFD-2F4B-99DD-A09278F134D9}"/>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84731AA9-3882-154E-A57C-AF0C240E7BFA}"/>
              </a:ext>
            </a:extLst>
          </p:cNvPr>
          <p:cNvSpPr>
            <a:spLocks noGrp="1"/>
          </p:cNvSpPr>
          <p:nvPr>
            <p:ph type="sldNum" sz="quarter" idx="12"/>
          </p:nvPr>
        </p:nvSpPr>
        <p:spPr/>
        <p:txBody>
          <a:bodyPr/>
          <a:lstStyle/>
          <a:p>
            <a:fld id="{0FCF0B8E-C764-B441-826F-3009896208B1}" type="slidenum">
              <a:rPr lang="en-US" smtClean="0"/>
              <a:t>18</a:t>
            </a:fld>
            <a:endParaRPr lang="en-US"/>
          </a:p>
        </p:txBody>
      </p:sp>
    </p:spTree>
    <p:extLst>
      <p:ext uri="{BB962C8B-B14F-4D97-AF65-F5344CB8AC3E}">
        <p14:creationId xmlns:p14="http://schemas.microsoft.com/office/powerpoint/2010/main" val="268881516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9ECAB-9E41-6940-9993-1361E6451CCE}"/>
              </a:ext>
            </a:extLst>
          </p:cNvPr>
          <p:cNvSpPr>
            <a:spLocks noGrp="1"/>
          </p:cNvSpPr>
          <p:nvPr>
            <p:ph type="title"/>
          </p:nvPr>
        </p:nvSpPr>
        <p:spPr/>
        <p:txBody>
          <a:bodyPr>
            <a:normAutofit fontScale="90000"/>
          </a:bodyPr>
          <a:lstStyle/>
          <a:p>
            <a:r>
              <a:rPr lang="en-US" dirty="0"/>
              <a:t>Binding</a:t>
            </a:r>
          </a:p>
        </p:txBody>
      </p:sp>
      <p:sp>
        <p:nvSpPr>
          <p:cNvPr id="3" name="Content Placeholder 2">
            <a:extLst>
              <a:ext uri="{FF2B5EF4-FFF2-40B4-BE49-F238E27FC236}">
                <a16:creationId xmlns:a16="http://schemas.microsoft.com/office/drawing/2014/main" id="{CEBE9257-7946-0943-920A-A9D8EB8FCA65}"/>
              </a:ext>
            </a:extLst>
          </p:cNvPr>
          <p:cNvSpPr>
            <a:spLocks noGrp="1"/>
          </p:cNvSpPr>
          <p:nvPr>
            <p:ph idx="1"/>
          </p:nvPr>
        </p:nvSpPr>
        <p:spPr/>
        <p:txBody>
          <a:bodyPr>
            <a:noAutofit/>
          </a:bodyPr>
          <a:lstStyle/>
          <a:p>
            <a:pPr marL="0" indent="0">
              <a:buNone/>
            </a:pPr>
            <a:r>
              <a:rPr lang="en-US" sz="1800" dirty="0">
                <a:solidFill>
                  <a:srgbClr val="13939F"/>
                </a:solidFill>
                <a:latin typeface="Menlo" panose="020B0609030804020204" pitchFamily="49" charset="0"/>
              </a:rPr>
              <a:t>&lt;</a:t>
            </a:r>
            <a:r>
              <a:rPr lang="en-US" sz="1800" dirty="0">
                <a:solidFill>
                  <a:srgbClr val="A6520C"/>
                </a:solidFill>
                <a:latin typeface="Menlo" panose="020B0609030804020204" pitchFamily="49" charset="0"/>
              </a:rPr>
              <a:t>div</a:t>
            </a:r>
            <a:r>
              <a:rPr lang="en-US" sz="1800" dirty="0">
                <a:solidFill>
                  <a:srgbClr val="13939F"/>
                </a:solidFill>
                <a:latin typeface="Menlo" panose="020B0609030804020204" pitchFamily="49" charset="0"/>
              </a:rPr>
              <a:t> </a:t>
            </a:r>
            <a:r>
              <a:rPr lang="en-US" sz="1800" dirty="0">
                <a:solidFill>
                  <a:srgbClr val="149802"/>
                </a:solidFill>
                <a:latin typeface="Menlo" panose="020B0609030804020204" pitchFamily="49" charset="0"/>
              </a:rPr>
              <a:t>id</a:t>
            </a:r>
            <a:r>
              <a:rPr lang="en-US" sz="1800" dirty="0">
                <a:solidFill>
                  <a:srgbClr val="13939F"/>
                </a:solidFill>
                <a:latin typeface="Menlo" panose="020B0609030804020204" pitchFamily="49" charset="0"/>
              </a:rPr>
              <a:t>=</a:t>
            </a:r>
            <a:r>
              <a:rPr lang="en-US" sz="1800" dirty="0">
                <a:solidFill>
                  <a:srgbClr val="9F1410"/>
                </a:solidFill>
                <a:latin typeface="Menlo" panose="020B0609030804020204" pitchFamily="49" charset="0"/>
              </a:rPr>
              <a:t>"app"</a:t>
            </a:r>
            <a:r>
              <a:rPr lang="en-US" sz="1800" dirty="0">
                <a:solidFill>
                  <a:srgbClr val="13939F"/>
                </a:solidFill>
                <a:latin typeface="Menlo" panose="020B0609030804020204" pitchFamily="49" charset="0"/>
              </a:rPr>
              <a:t>&gt;</a:t>
            </a:r>
            <a:endParaRPr lang="en-US" sz="1800" dirty="0">
              <a:solidFill>
                <a:srgbClr val="9F1410"/>
              </a:solidFill>
              <a:latin typeface="Menlo" panose="020B0609030804020204" pitchFamily="49" charset="0"/>
            </a:endParaRPr>
          </a:p>
          <a:p>
            <a:pPr marL="0" indent="0">
              <a:buNone/>
            </a:pPr>
            <a:r>
              <a:rPr lang="en-US" sz="1800" dirty="0">
                <a:solidFill>
                  <a:srgbClr val="3B2322"/>
                </a:solidFill>
                <a:latin typeface="Menlo" panose="020B0609030804020204" pitchFamily="49" charset="0"/>
              </a:rPr>
              <a:t>  </a:t>
            </a:r>
            <a:r>
              <a:rPr lang="en-US" sz="1800" dirty="0">
                <a:solidFill>
                  <a:srgbClr val="13939F"/>
                </a:solidFill>
                <a:latin typeface="Menlo" panose="020B0609030804020204" pitchFamily="49" charset="0"/>
              </a:rPr>
              <a:t>&lt;</a:t>
            </a:r>
            <a:r>
              <a:rPr lang="en-US" sz="1800" dirty="0">
                <a:solidFill>
                  <a:srgbClr val="A6520C"/>
                </a:solidFill>
                <a:latin typeface="Menlo" panose="020B0609030804020204" pitchFamily="49" charset="0"/>
              </a:rPr>
              <a:t>span</a:t>
            </a:r>
            <a:r>
              <a:rPr lang="en-US" sz="1800" dirty="0">
                <a:solidFill>
                  <a:srgbClr val="13939F"/>
                </a:solidFill>
                <a:latin typeface="Menlo" panose="020B0609030804020204" pitchFamily="49" charset="0"/>
              </a:rPr>
              <a:t> </a:t>
            </a:r>
            <a:r>
              <a:rPr lang="en-US" sz="1800" dirty="0" err="1">
                <a:solidFill>
                  <a:srgbClr val="13939F"/>
                </a:solidFill>
                <a:latin typeface="Menlo" panose="020B0609030804020204" pitchFamily="49" charset="0"/>
              </a:rPr>
              <a:t>v-bind:</a:t>
            </a:r>
            <a:r>
              <a:rPr lang="en-US" sz="1800" dirty="0" err="1">
                <a:solidFill>
                  <a:srgbClr val="149802"/>
                </a:solidFill>
                <a:latin typeface="Menlo" panose="020B0609030804020204" pitchFamily="49" charset="0"/>
              </a:rPr>
              <a:t>title</a:t>
            </a:r>
            <a:r>
              <a:rPr lang="en-US" sz="1800" dirty="0">
                <a:solidFill>
                  <a:srgbClr val="13939F"/>
                </a:solidFill>
                <a:latin typeface="Menlo" panose="020B0609030804020204" pitchFamily="49" charset="0"/>
              </a:rPr>
              <a:t>=</a:t>
            </a:r>
            <a:r>
              <a:rPr lang="en-US" sz="1800" dirty="0">
                <a:solidFill>
                  <a:srgbClr val="9F1410"/>
                </a:solidFill>
                <a:latin typeface="Menlo" panose="020B0609030804020204" pitchFamily="49" charset="0"/>
              </a:rPr>
              <a:t>"message"</a:t>
            </a:r>
            <a:r>
              <a:rPr lang="en-US" sz="1800" dirty="0">
                <a:solidFill>
                  <a:srgbClr val="13939F"/>
                </a:solidFill>
                <a:latin typeface="Menlo" panose="020B0609030804020204" pitchFamily="49" charset="0"/>
              </a:rPr>
              <a:t>&gt;</a:t>
            </a:r>
          </a:p>
          <a:p>
            <a:pPr marL="0" indent="0">
              <a:buNone/>
            </a:pPr>
            <a:r>
              <a:rPr lang="en-US" sz="1800" dirty="0">
                <a:solidFill>
                  <a:srgbClr val="3B2322"/>
                </a:solidFill>
                <a:latin typeface="Menlo" panose="020B0609030804020204" pitchFamily="49" charset="0"/>
              </a:rPr>
              <a:t>    Hover your mouse over me for a few seconds</a:t>
            </a:r>
          </a:p>
          <a:p>
            <a:pPr marL="0" indent="0">
              <a:buNone/>
            </a:pPr>
            <a:r>
              <a:rPr lang="en-US" sz="1800" dirty="0">
                <a:solidFill>
                  <a:srgbClr val="3B2322"/>
                </a:solidFill>
                <a:latin typeface="Menlo" panose="020B0609030804020204" pitchFamily="49" charset="0"/>
              </a:rPr>
              <a:t>    to see my dynamically-bound title!</a:t>
            </a:r>
          </a:p>
          <a:p>
            <a:pPr marL="0" indent="0">
              <a:buNone/>
            </a:pPr>
            <a:r>
              <a:rPr lang="en-US" sz="1800" dirty="0">
                <a:solidFill>
                  <a:srgbClr val="3B2322"/>
                </a:solidFill>
                <a:latin typeface="Menlo" panose="020B0609030804020204" pitchFamily="49" charset="0"/>
              </a:rPr>
              <a:t>  </a:t>
            </a:r>
            <a:r>
              <a:rPr lang="en-US" sz="1800" dirty="0">
                <a:solidFill>
                  <a:srgbClr val="13939F"/>
                </a:solidFill>
                <a:latin typeface="Menlo" panose="020B0609030804020204" pitchFamily="49" charset="0"/>
              </a:rPr>
              <a:t>&lt;/</a:t>
            </a:r>
            <a:r>
              <a:rPr lang="en-US" sz="1800" dirty="0">
                <a:solidFill>
                  <a:srgbClr val="A6520C"/>
                </a:solidFill>
                <a:latin typeface="Menlo" panose="020B0609030804020204" pitchFamily="49" charset="0"/>
              </a:rPr>
              <a:t>span</a:t>
            </a:r>
            <a:r>
              <a:rPr lang="en-US" sz="1800" dirty="0">
                <a:solidFill>
                  <a:srgbClr val="13939F"/>
                </a:solidFill>
                <a:latin typeface="Menlo" panose="020B0609030804020204" pitchFamily="49" charset="0"/>
              </a:rPr>
              <a:t>&gt;</a:t>
            </a:r>
            <a:endParaRPr lang="en-US" sz="1800" dirty="0">
              <a:solidFill>
                <a:srgbClr val="A6520C"/>
              </a:solidFill>
              <a:latin typeface="Menlo" panose="020B0609030804020204" pitchFamily="49" charset="0"/>
            </a:endParaRPr>
          </a:p>
          <a:p>
            <a:pPr marL="0" indent="0">
              <a:buNone/>
            </a:pPr>
            <a:r>
              <a:rPr lang="en-US" sz="1800" dirty="0">
                <a:solidFill>
                  <a:srgbClr val="13939F"/>
                </a:solidFill>
                <a:latin typeface="Menlo" panose="020B0609030804020204" pitchFamily="49" charset="0"/>
              </a:rPr>
              <a:t>&lt;/</a:t>
            </a:r>
            <a:r>
              <a:rPr lang="en-US" sz="1800" dirty="0">
                <a:solidFill>
                  <a:srgbClr val="A6520C"/>
                </a:solidFill>
                <a:latin typeface="Menlo" panose="020B0609030804020204" pitchFamily="49" charset="0"/>
              </a:rPr>
              <a:t>div</a:t>
            </a:r>
            <a:r>
              <a:rPr lang="en-US" sz="1800" dirty="0">
                <a:solidFill>
                  <a:srgbClr val="13939F"/>
                </a:solidFill>
                <a:latin typeface="Menlo" panose="020B0609030804020204" pitchFamily="49" charset="0"/>
              </a:rPr>
              <a:t>&gt;</a:t>
            </a:r>
            <a:br>
              <a:rPr lang="en-US" sz="1800" dirty="0">
                <a:solidFill>
                  <a:srgbClr val="3B2322"/>
                </a:solidFill>
                <a:latin typeface="Menlo" panose="020B0609030804020204" pitchFamily="49" charset="0"/>
              </a:rPr>
            </a:br>
            <a:endParaRPr lang="en-US" sz="1800" dirty="0">
              <a:solidFill>
                <a:srgbClr val="3B2322"/>
              </a:solidFill>
              <a:latin typeface="Menlo" panose="020B0609030804020204" pitchFamily="49" charset="0"/>
            </a:endParaRPr>
          </a:p>
          <a:p>
            <a:pPr marL="0" indent="0">
              <a:buNone/>
            </a:pPr>
            <a:endParaRPr lang="en-US" sz="1800" dirty="0"/>
          </a:p>
        </p:txBody>
      </p:sp>
      <p:sp>
        <p:nvSpPr>
          <p:cNvPr id="4" name="Date Placeholder 3">
            <a:extLst>
              <a:ext uri="{FF2B5EF4-FFF2-40B4-BE49-F238E27FC236}">
                <a16:creationId xmlns:a16="http://schemas.microsoft.com/office/drawing/2014/main" id="{17289572-16A8-DB45-8F86-53B6471EC140}"/>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66CD5390-BA6D-3B45-A5EE-34518ABBB0CE}"/>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CEBFDCA2-1C3B-9544-8D46-60268900250C}"/>
              </a:ext>
            </a:extLst>
          </p:cNvPr>
          <p:cNvSpPr>
            <a:spLocks noGrp="1"/>
          </p:cNvSpPr>
          <p:nvPr>
            <p:ph type="sldNum" sz="quarter" idx="12"/>
          </p:nvPr>
        </p:nvSpPr>
        <p:spPr/>
        <p:txBody>
          <a:bodyPr/>
          <a:lstStyle/>
          <a:p>
            <a:fld id="{0FCF0B8E-C764-B441-826F-3009896208B1}" type="slidenum">
              <a:rPr lang="en-US" smtClean="0"/>
              <a:t>19</a:t>
            </a:fld>
            <a:endParaRPr lang="en-US"/>
          </a:p>
        </p:txBody>
      </p:sp>
    </p:spTree>
    <p:extLst>
      <p:ext uri="{BB962C8B-B14F-4D97-AF65-F5344CB8AC3E}">
        <p14:creationId xmlns:p14="http://schemas.microsoft.com/office/powerpoint/2010/main" val="354437610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C4367-FD6E-A040-A844-835534407C1A}"/>
              </a:ext>
            </a:extLst>
          </p:cNvPr>
          <p:cNvSpPr>
            <a:spLocks noGrp="1"/>
          </p:cNvSpPr>
          <p:nvPr>
            <p:ph type="title"/>
          </p:nvPr>
        </p:nvSpPr>
        <p:spPr/>
        <p:txBody>
          <a:bodyPr>
            <a:normAutofit fontScale="90000"/>
          </a:bodyPr>
          <a:lstStyle/>
          <a:p>
            <a:r>
              <a:rPr lang="en-US" dirty="0"/>
              <a:t>Binding</a:t>
            </a:r>
          </a:p>
        </p:txBody>
      </p:sp>
      <p:sp>
        <p:nvSpPr>
          <p:cNvPr id="3" name="Content Placeholder 2">
            <a:extLst>
              <a:ext uri="{FF2B5EF4-FFF2-40B4-BE49-F238E27FC236}">
                <a16:creationId xmlns:a16="http://schemas.microsoft.com/office/drawing/2014/main" id="{045A56E6-1EF3-7D42-8696-E5B53EE778DE}"/>
              </a:ext>
            </a:extLst>
          </p:cNvPr>
          <p:cNvSpPr>
            <a:spLocks noGrp="1"/>
          </p:cNvSpPr>
          <p:nvPr>
            <p:ph idx="1"/>
          </p:nvPr>
        </p:nvSpPr>
        <p:spPr/>
        <p:txBody>
          <a:bodyPr>
            <a:normAutofit lnSpcReduction="10000"/>
          </a:bodyPr>
          <a:lstStyle/>
          <a:p>
            <a:r>
              <a:rPr lang="en-US" sz="1800" dirty="0">
                <a:solidFill>
                  <a:srgbClr val="13939F"/>
                </a:solidFill>
              </a:rPr>
              <a:t>&lt;</a:t>
            </a:r>
            <a:r>
              <a:rPr lang="en-US" sz="1800" dirty="0">
                <a:solidFill>
                  <a:srgbClr val="A6520C"/>
                </a:solidFill>
              </a:rPr>
              <a:t>script</a:t>
            </a:r>
            <a:r>
              <a:rPr lang="en-US" sz="1800" dirty="0">
                <a:solidFill>
                  <a:srgbClr val="13939F"/>
                </a:solidFill>
              </a:rPr>
              <a:t>&gt;</a:t>
            </a:r>
            <a:endParaRPr lang="en-US" sz="1800" dirty="0">
              <a:solidFill>
                <a:srgbClr val="A6520C"/>
              </a:solidFill>
            </a:endParaRPr>
          </a:p>
          <a:p>
            <a:r>
              <a:rPr lang="en-US" sz="1800" dirty="0">
                <a:solidFill>
                  <a:srgbClr val="13939F"/>
                </a:solidFill>
              </a:rPr>
              <a:t>var</a:t>
            </a:r>
            <a:r>
              <a:rPr lang="en-US" sz="1800" dirty="0">
                <a:solidFill>
                  <a:srgbClr val="B000B2"/>
                </a:solidFill>
              </a:rPr>
              <a:t> app = </a:t>
            </a:r>
            <a:r>
              <a:rPr lang="en-US" sz="1800" dirty="0">
                <a:solidFill>
                  <a:srgbClr val="A6520C"/>
                </a:solidFill>
              </a:rPr>
              <a:t>new</a:t>
            </a:r>
            <a:r>
              <a:rPr lang="en-US" sz="1800" dirty="0">
                <a:solidFill>
                  <a:srgbClr val="B000B2"/>
                </a:solidFill>
              </a:rPr>
              <a:t> Vue</a:t>
            </a:r>
            <a:r>
              <a:rPr lang="en-US" sz="1800" dirty="0">
                <a:solidFill>
                  <a:srgbClr val="3B2322"/>
                </a:solidFill>
              </a:rPr>
              <a:t>(</a:t>
            </a:r>
            <a:r>
              <a:rPr lang="en-US" sz="1800" dirty="0">
                <a:solidFill>
                  <a:srgbClr val="13939F"/>
                </a:solidFill>
              </a:rPr>
              <a:t>{</a:t>
            </a:r>
            <a:endParaRPr lang="en-US" sz="1800" dirty="0">
              <a:solidFill>
                <a:srgbClr val="B000B2"/>
              </a:solidFill>
            </a:endParaRPr>
          </a:p>
          <a:p>
            <a:r>
              <a:rPr lang="en-US" sz="1800" dirty="0">
                <a:solidFill>
                  <a:srgbClr val="B000B2"/>
                </a:solidFill>
              </a:rPr>
              <a:t>  el: </a:t>
            </a:r>
            <a:r>
              <a:rPr lang="en-US" sz="1800" dirty="0">
                <a:solidFill>
                  <a:srgbClr val="9F1410"/>
                </a:solidFill>
              </a:rPr>
              <a:t>'#app'</a:t>
            </a:r>
            <a:r>
              <a:rPr lang="en-US" sz="1800" dirty="0">
                <a:solidFill>
                  <a:srgbClr val="B000B2"/>
                </a:solidFill>
              </a:rPr>
              <a:t>,</a:t>
            </a:r>
          </a:p>
          <a:p>
            <a:r>
              <a:rPr lang="en-US" sz="1800" dirty="0">
                <a:solidFill>
                  <a:srgbClr val="B000B2"/>
                </a:solidFill>
              </a:rPr>
              <a:t>  data: </a:t>
            </a:r>
            <a:r>
              <a:rPr lang="en-US" sz="1800" dirty="0">
                <a:solidFill>
                  <a:srgbClr val="13939F"/>
                </a:solidFill>
              </a:rPr>
              <a:t>{</a:t>
            </a:r>
            <a:endParaRPr lang="en-US" sz="1800" dirty="0">
              <a:solidFill>
                <a:srgbClr val="B000B2"/>
              </a:solidFill>
            </a:endParaRPr>
          </a:p>
          <a:p>
            <a:r>
              <a:rPr lang="en-US" sz="1800" dirty="0">
                <a:solidFill>
                  <a:srgbClr val="B000B2"/>
                </a:solidFill>
              </a:rPr>
              <a:t>    message: </a:t>
            </a:r>
            <a:r>
              <a:rPr lang="en-US" sz="1800" dirty="0">
                <a:solidFill>
                  <a:srgbClr val="9F1410"/>
                </a:solidFill>
              </a:rPr>
              <a:t>'You loaded this page on ‘</a:t>
            </a:r>
            <a:r>
              <a:rPr lang="en-US" sz="1800" dirty="0">
                <a:solidFill>
                  <a:srgbClr val="B000B2"/>
                </a:solidFill>
              </a:rPr>
              <a:t> +</a:t>
            </a:r>
          </a:p>
          <a:p>
            <a:r>
              <a:rPr lang="en-US" sz="1800" dirty="0">
                <a:solidFill>
                  <a:srgbClr val="B000B2"/>
                </a:solidFill>
              </a:rPr>
              <a:t>        </a:t>
            </a:r>
            <a:r>
              <a:rPr lang="en-US" sz="1800" dirty="0">
                <a:solidFill>
                  <a:srgbClr val="A6520C"/>
                </a:solidFill>
              </a:rPr>
              <a:t>new</a:t>
            </a:r>
            <a:r>
              <a:rPr lang="en-US" sz="1800" dirty="0">
                <a:solidFill>
                  <a:srgbClr val="B000B2"/>
                </a:solidFill>
              </a:rPr>
              <a:t> </a:t>
            </a:r>
            <a:r>
              <a:rPr lang="en-US" sz="1800" dirty="0">
                <a:solidFill>
                  <a:srgbClr val="149802"/>
                </a:solidFill>
              </a:rPr>
              <a:t>Date</a:t>
            </a:r>
            <a:r>
              <a:rPr lang="en-US" sz="1800" dirty="0">
                <a:solidFill>
                  <a:srgbClr val="3B2322"/>
                </a:solidFill>
              </a:rPr>
              <a:t>()</a:t>
            </a:r>
            <a:r>
              <a:rPr lang="en-US" sz="1800" dirty="0">
                <a:solidFill>
                  <a:srgbClr val="B000B2"/>
                </a:solidFill>
              </a:rPr>
              <a:t>.</a:t>
            </a:r>
            <a:r>
              <a:rPr lang="en-US" sz="1800" dirty="0" err="1">
                <a:solidFill>
                  <a:srgbClr val="B000B2"/>
                </a:solidFill>
              </a:rPr>
              <a:t>toLocaleString</a:t>
            </a:r>
            <a:r>
              <a:rPr lang="en-US" sz="1800" dirty="0">
                <a:solidFill>
                  <a:srgbClr val="3B2322"/>
                </a:solidFill>
              </a:rPr>
              <a:t>()</a:t>
            </a:r>
            <a:endParaRPr lang="en-US" sz="1800" dirty="0">
              <a:solidFill>
                <a:srgbClr val="B000B2"/>
              </a:solidFill>
            </a:endParaRPr>
          </a:p>
          <a:p>
            <a:r>
              <a:rPr lang="en-US" sz="1800" dirty="0">
                <a:solidFill>
                  <a:srgbClr val="B000B2"/>
                </a:solidFill>
              </a:rPr>
              <a:t>  </a:t>
            </a:r>
            <a:r>
              <a:rPr lang="en-US" sz="1800" dirty="0">
                <a:solidFill>
                  <a:srgbClr val="13939F"/>
                </a:solidFill>
              </a:rPr>
              <a:t>}</a:t>
            </a:r>
            <a:endParaRPr lang="en-US" sz="1800" dirty="0">
              <a:solidFill>
                <a:srgbClr val="B000B2"/>
              </a:solidFill>
            </a:endParaRPr>
          </a:p>
          <a:p>
            <a:r>
              <a:rPr lang="en-US" sz="1800" dirty="0">
                <a:solidFill>
                  <a:srgbClr val="13939F"/>
                </a:solidFill>
              </a:rPr>
              <a:t>}</a:t>
            </a:r>
            <a:r>
              <a:rPr lang="en-US" sz="1800" dirty="0">
                <a:solidFill>
                  <a:srgbClr val="3B2322"/>
                </a:solidFill>
              </a:rPr>
              <a:t>)</a:t>
            </a:r>
          </a:p>
          <a:p>
            <a:r>
              <a:rPr lang="en-US" sz="1800" dirty="0">
                <a:solidFill>
                  <a:srgbClr val="13939F"/>
                </a:solidFill>
              </a:rPr>
              <a:t>&lt;/</a:t>
            </a:r>
            <a:r>
              <a:rPr lang="en-US" sz="1800" dirty="0">
                <a:solidFill>
                  <a:srgbClr val="A6520C"/>
                </a:solidFill>
              </a:rPr>
              <a:t>script</a:t>
            </a:r>
            <a:r>
              <a:rPr lang="en-US" sz="1800" dirty="0">
                <a:solidFill>
                  <a:srgbClr val="13939F"/>
                </a:solidFill>
              </a:rPr>
              <a:t>&gt;</a:t>
            </a:r>
            <a:endParaRPr lang="en-US" sz="1800" dirty="0">
              <a:solidFill>
                <a:srgbClr val="A6520C"/>
              </a:solidFill>
            </a:endParaRPr>
          </a:p>
          <a:p>
            <a:endParaRPr lang="en-US" sz="1800" dirty="0"/>
          </a:p>
        </p:txBody>
      </p:sp>
      <p:sp>
        <p:nvSpPr>
          <p:cNvPr id="4" name="Date Placeholder 3">
            <a:extLst>
              <a:ext uri="{FF2B5EF4-FFF2-40B4-BE49-F238E27FC236}">
                <a16:creationId xmlns:a16="http://schemas.microsoft.com/office/drawing/2014/main" id="{95726C2D-5D3B-8B4D-88D7-F51B7FE95F20}"/>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F5A45BE5-6D22-7044-86A3-D784868D4BA4}"/>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4F768669-90D1-914B-A5C6-AABB6A978888}"/>
              </a:ext>
            </a:extLst>
          </p:cNvPr>
          <p:cNvSpPr>
            <a:spLocks noGrp="1"/>
          </p:cNvSpPr>
          <p:nvPr>
            <p:ph type="sldNum" sz="quarter" idx="12"/>
          </p:nvPr>
        </p:nvSpPr>
        <p:spPr/>
        <p:txBody>
          <a:bodyPr/>
          <a:lstStyle/>
          <a:p>
            <a:fld id="{0FCF0B8E-C764-B441-826F-3009896208B1}" type="slidenum">
              <a:rPr lang="en-US" smtClean="0"/>
              <a:t>20</a:t>
            </a:fld>
            <a:endParaRPr lang="en-US"/>
          </a:p>
        </p:txBody>
      </p:sp>
    </p:spTree>
    <p:extLst>
      <p:ext uri="{BB962C8B-B14F-4D97-AF65-F5344CB8AC3E}">
        <p14:creationId xmlns:p14="http://schemas.microsoft.com/office/powerpoint/2010/main" val="6313187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EEAD2-D607-094D-A826-E96C3C6D3D51}"/>
              </a:ext>
            </a:extLst>
          </p:cNvPr>
          <p:cNvSpPr>
            <a:spLocks noGrp="1"/>
          </p:cNvSpPr>
          <p:nvPr>
            <p:ph type="title"/>
          </p:nvPr>
        </p:nvSpPr>
        <p:spPr/>
        <p:txBody>
          <a:bodyPr>
            <a:normAutofit fontScale="90000"/>
          </a:bodyPr>
          <a:lstStyle/>
          <a:p>
            <a:r>
              <a:rPr lang="en-US" dirty="0"/>
              <a:t>Conditional</a:t>
            </a:r>
          </a:p>
        </p:txBody>
      </p:sp>
      <p:sp>
        <p:nvSpPr>
          <p:cNvPr id="3" name="Content Placeholder 2">
            <a:extLst>
              <a:ext uri="{FF2B5EF4-FFF2-40B4-BE49-F238E27FC236}">
                <a16:creationId xmlns:a16="http://schemas.microsoft.com/office/drawing/2014/main" id="{BF46D1FF-5228-664E-ABC3-3962A8F84499}"/>
              </a:ext>
            </a:extLst>
          </p:cNvPr>
          <p:cNvSpPr>
            <a:spLocks noGrp="1"/>
          </p:cNvSpPr>
          <p:nvPr>
            <p:ph idx="1"/>
          </p:nvPr>
        </p:nvSpPr>
        <p:spPr/>
        <p:txBody>
          <a:bodyPr>
            <a:normAutofit fontScale="40000" lnSpcReduction="20000"/>
          </a:bodyPr>
          <a:lstStyle/>
          <a:p>
            <a:pPr marL="0" indent="0">
              <a:buNone/>
            </a:pPr>
            <a:r>
              <a:rPr lang="en-US" dirty="0">
                <a:solidFill>
                  <a:srgbClr val="13939F"/>
                </a:solidFill>
                <a:latin typeface="Menlo" panose="020B0609030804020204" pitchFamily="49" charset="0"/>
              </a:rPr>
              <a:t>&lt;</a:t>
            </a:r>
            <a:r>
              <a:rPr lang="en-US" dirty="0">
                <a:solidFill>
                  <a:srgbClr val="A6520C"/>
                </a:solidFill>
                <a:latin typeface="Menlo" panose="020B0609030804020204" pitchFamily="49" charset="0"/>
              </a:rPr>
              <a:t>div</a:t>
            </a:r>
            <a:r>
              <a:rPr lang="en-US" dirty="0">
                <a:solidFill>
                  <a:srgbClr val="13939F"/>
                </a:solidFill>
                <a:latin typeface="Menlo" panose="020B0609030804020204" pitchFamily="49" charset="0"/>
              </a:rPr>
              <a:t> </a:t>
            </a:r>
            <a:r>
              <a:rPr lang="en-US" dirty="0">
                <a:solidFill>
                  <a:srgbClr val="149802"/>
                </a:solidFill>
                <a:latin typeface="Menlo" panose="020B0609030804020204" pitchFamily="49" charset="0"/>
              </a:rPr>
              <a:t>id</a:t>
            </a:r>
            <a:r>
              <a:rPr lang="en-US" dirty="0">
                <a:solidFill>
                  <a:srgbClr val="13939F"/>
                </a:solidFill>
                <a:latin typeface="Menlo" panose="020B0609030804020204" pitchFamily="49" charset="0"/>
              </a:rPr>
              <a:t>=</a:t>
            </a:r>
            <a:r>
              <a:rPr lang="en-US" dirty="0">
                <a:solidFill>
                  <a:srgbClr val="9F1410"/>
                </a:solidFill>
                <a:latin typeface="Menlo" panose="020B0609030804020204" pitchFamily="49" charset="0"/>
              </a:rPr>
              <a:t>"app"</a:t>
            </a:r>
            <a:r>
              <a:rPr lang="en-US" dirty="0">
                <a:solidFill>
                  <a:srgbClr val="13939F"/>
                </a:solidFill>
                <a:latin typeface="Menlo" panose="020B0609030804020204" pitchFamily="49" charset="0"/>
              </a:rPr>
              <a:t>&gt;</a:t>
            </a:r>
            <a:endParaRPr lang="en-US" dirty="0">
              <a:solidFill>
                <a:srgbClr val="9F1410"/>
              </a:solidFill>
              <a:latin typeface="Menlo" panose="020B0609030804020204" pitchFamily="49" charset="0"/>
            </a:endParaRPr>
          </a:p>
          <a:p>
            <a:pPr marL="0" indent="0">
              <a:buNone/>
            </a:pPr>
            <a:r>
              <a:rPr lang="en-US" dirty="0">
                <a:solidFill>
                  <a:srgbClr val="3B2322"/>
                </a:solidFill>
                <a:latin typeface="Menlo" panose="020B0609030804020204" pitchFamily="49" charset="0"/>
              </a:rPr>
              <a:t>  </a:t>
            </a:r>
            <a:r>
              <a:rPr lang="en-US" dirty="0">
                <a:solidFill>
                  <a:srgbClr val="13939F"/>
                </a:solidFill>
                <a:latin typeface="Menlo" panose="020B0609030804020204" pitchFamily="49" charset="0"/>
              </a:rPr>
              <a:t>&lt;</a:t>
            </a:r>
            <a:r>
              <a:rPr lang="en-US" dirty="0">
                <a:solidFill>
                  <a:srgbClr val="A6520C"/>
                </a:solidFill>
                <a:latin typeface="Menlo" panose="020B0609030804020204" pitchFamily="49" charset="0"/>
              </a:rPr>
              <a:t>span</a:t>
            </a:r>
            <a:r>
              <a:rPr lang="en-US" dirty="0">
                <a:solidFill>
                  <a:srgbClr val="13939F"/>
                </a:solidFill>
                <a:latin typeface="Menlo" panose="020B0609030804020204" pitchFamily="49" charset="0"/>
              </a:rPr>
              <a:t> v-if=</a:t>
            </a:r>
            <a:r>
              <a:rPr lang="en-US" dirty="0">
                <a:solidFill>
                  <a:srgbClr val="9F1410"/>
                </a:solidFill>
                <a:latin typeface="Menlo" panose="020B0609030804020204" pitchFamily="49" charset="0"/>
              </a:rPr>
              <a:t>"seen"</a:t>
            </a:r>
            <a:r>
              <a:rPr lang="en-US" dirty="0">
                <a:solidFill>
                  <a:srgbClr val="13939F"/>
                </a:solidFill>
                <a:latin typeface="Menlo" panose="020B0609030804020204" pitchFamily="49" charset="0"/>
              </a:rPr>
              <a:t>&gt;</a:t>
            </a:r>
            <a:r>
              <a:rPr lang="en-US" dirty="0">
                <a:solidFill>
                  <a:srgbClr val="3B2322"/>
                </a:solidFill>
                <a:latin typeface="Menlo" panose="020B0609030804020204" pitchFamily="49" charset="0"/>
              </a:rPr>
              <a:t>Now you see me</a:t>
            </a:r>
            <a:r>
              <a:rPr lang="en-US" dirty="0">
                <a:solidFill>
                  <a:srgbClr val="13939F"/>
                </a:solidFill>
                <a:latin typeface="Menlo" panose="020B0609030804020204" pitchFamily="49" charset="0"/>
              </a:rPr>
              <a:t>&lt;/</a:t>
            </a:r>
            <a:r>
              <a:rPr lang="en-US" dirty="0">
                <a:solidFill>
                  <a:srgbClr val="A6520C"/>
                </a:solidFill>
                <a:latin typeface="Menlo" panose="020B0609030804020204" pitchFamily="49" charset="0"/>
              </a:rPr>
              <a:t>span</a:t>
            </a:r>
            <a:r>
              <a:rPr lang="en-US" dirty="0">
                <a:solidFill>
                  <a:srgbClr val="13939F"/>
                </a:solidFill>
                <a:latin typeface="Menlo" panose="020B0609030804020204" pitchFamily="49" charset="0"/>
              </a:rPr>
              <a:t>&gt;</a:t>
            </a:r>
            <a:endParaRPr lang="en-US" dirty="0">
              <a:solidFill>
                <a:srgbClr val="3B2322"/>
              </a:solidFill>
              <a:latin typeface="Menlo" panose="020B0609030804020204" pitchFamily="49" charset="0"/>
            </a:endParaRPr>
          </a:p>
          <a:p>
            <a:pPr marL="0" indent="0">
              <a:buNone/>
            </a:pPr>
            <a:r>
              <a:rPr lang="en-US" dirty="0">
                <a:solidFill>
                  <a:srgbClr val="13939F"/>
                </a:solidFill>
                <a:latin typeface="Menlo" panose="020B0609030804020204" pitchFamily="49" charset="0"/>
              </a:rPr>
              <a:t>&lt;/</a:t>
            </a:r>
            <a:r>
              <a:rPr lang="en-US" dirty="0">
                <a:solidFill>
                  <a:srgbClr val="A6520C"/>
                </a:solidFill>
                <a:latin typeface="Menlo" panose="020B0609030804020204" pitchFamily="49" charset="0"/>
              </a:rPr>
              <a:t>div</a:t>
            </a:r>
            <a:r>
              <a:rPr lang="en-US" dirty="0">
                <a:solidFill>
                  <a:srgbClr val="13939F"/>
                </a:solidFill>
                <a:latin typeface="Menlo" panose="020B0609030804020204" pitchFamily="49" charset="0"/>
              </a:rPr>
              <a:t>&gt;</a:t>
            </a:r>
            <a:endParaRPr lang="en-US" dirty="0">
              <a:solidFill>
                <a:srgbClr val="A6520C"/>
              </a:solidFill>
              <a:latin typeface="Menlo" panose="020B0609030804020204" pitchFamily="49" charset="0"/>
            </a:endParaRPr>
          </a:p>
          <a:p>
            <a:pPr marL="0" indent="0">
              <a:buNone/>
            </a:pPr>
            <a:br>
              <a:rPr lang="en-US" dirty="0">
                <a:solidFill>
                  <a:srgbClr val="3B2322"/>
                </a:solidFill>
                <a:latin typeface="Menlo" panose="020B0609030804020204" pitchFamily="49" charset="0"/>
              </a:rPr>
            </a:br>
            <a:endParaRPr lang="en-US" dirty="0">
              <a:solidFill>
                <a:srgbClr val="3B2322"/>
              </a:solidFill>
              <a:latin typeface="Menlo" panose="020B0609030804020204" pitchFamily="49" charset="0"/>
            </a:endParaRPr>
          </a:p>
          <a:p>
            <a:pPr marL="0" indent="0">
              <a:buNone/>
            </a:pPr>
            <a:r>
              <a:rPr lang="en-US" dirty="0">
                <a:solidFill>
                  <a:srgbClr val="13939F"/>
                </a:solidFill>
                <a:latin typeface="Menlo" panose="020B0609030804020204" pitchFamily="49" charset="0"/>
              </a:rPr>
              <a:t>&lt;</a:t>
            </a:r>
            <a:r>
              <a:rPr lang="en-US" dirty="0">
                <a:solidFill>
                  <a:srgbClr val="A6520C"/>
                </a:solidFill>
                <a:latin typeface="Menlo" panose="020B0609030804020204" pitchFamily="49" charset="0"/>
              </a:rPr>
              <a:t>script</a:t>
            </a:r>
            <a:r>
              <a:rPr lang="en-US" dirty="0">
                <a:solidFill>
                  <a:srgbClr val="13939F"/>
                </a:solidFill>
                <a:latin typeface="Menlo" panose="020B0609030804020204" pitchFamily="49" charset="0"/>
              </a:rPr>
              <a:t>&gt;</a:t>
            </a:r>
            <a:endParaRPr lang="en-US" dirty="0">
              <a:solidFill>
                <a:srgbClr val="A6520C"/>
              </a:solidFill>
              <a:latin typeface="Menlo" panose="020B0609030804020204" pitchFamily="49" charset="0"/>
            </a:endParaRPr>
          </a:p>
          <a:p>
            <a:pPr marL="0" indent="0">
              <a:buNone/>
            </a:pPr>
            <a:r>
              <a:rPr lang="en-US" dirty="0" err="1">
                <a:solidFill>
                  <a:srgbClr val="13939F"/>
                </a:solidFill>
                <a:latin typeface="Menlo" panose="020B0609030804020204" pitchFamily="49" charset="0"/>
              </a:rPr>
              <a:t>var</a:t>
            </a:r>
            <a:r>
              <a:rPr lang="en-US" dirty="0">
                <a:solidFill>
                  <a:srgbClr val="B000B2"/>
                </a:solidFill>
                <a:latin typeface="Menlo" panose="020B0609030804020204" pitchFamily="49" charset="0"/>
              </a:rPr>
              <a:t> app = </a:t>
            </a:r>
            <a:r>
              <a:rPr lang="en-US" dirty="0">
                <a:solidFill>
                  <a:srgbClr val="A6520C"/>
                </a:solidFill>
                <a:latin typeface="Menlo" panose="020B0609030804020204" pitchFamily="49" charset="0"/>
              </a:rPr>
              <a:t>new</a:t>
            </a:r>
            <a:r>
              <a:rPr lang="en-US" dirty="0">
                <a:solidFill>
                  <a:srgbClr val="B000B2"/>
                </a:solidFill>
                <a:latin typeface="Menlo" panose="020B0609030804020204" pitchFamily="49" charset="0"/>
              </a:rPr>
              <a:t> </a:t>
            </a:r>
            <a:r>
              <a:rPr lang="en-US" dirty="0" err="1">
                <a:solidFill>
                  <a:srgbClr val="B000B2"/>
                </a:solidFill>
                <a:latin typeface="Menlo" panose="020B0609030804020204" pitchFamily="49" charset="0"/>
              </a:rPr>
              <a:t>Vue</a:t>
            </a:r>
            <a:r>
              <a:rPr lang="en-US" dirty="0">
                <a:solidFill>
                  <a:srgbClr val="3B2322"/>
                </a:solidFill>
                <a:latin typeface="Menlo" panose="020B0609030804020204" pitchFamily="49" charset="0"/>
              </a:rPr>
              <a:t>(</a:t>
            </a:r>
            <a:r>
              <a:rPr lang="en-US" dirty="0">
                <a:solidFill>
                  <a:srgbClr val="13939F"/>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B000B2"/>
                </a:solidFill>
                <a:latin typeface="Menlo" panose="020B0609030804020204" pitchFamily="49" charset="0"/>
              </a:rPr>
              <a:t>  el: </a:t>
            </a:r>
            <a:r>
              <a:rPr lang="en-US" dirty="0">
                <a:solidFill>
                  <a:srgbClr val="9F1410"/>
                </a:solidFill>
                <a:latin typeface="Menlo" panose="020B0609030804020204" pitchFamily="49" charset="0"/>
              </a:rPr>
              <a:t>'#app'</a:t>
            </a:r>
            <a:r>
              <a:rPr lang="en-US" dirty="0">
                <a:solidFill>
                  <a:srgbClr val="B000B2"/>
                </a:solidFill>
                <a:latin typeface="Menlo" panose="020B0609030804020204" pitchFamily="49" charset="0"/>
              </a:rPr>
              <a:t>,</a:t>
            </a:r>
          </a:p>
          <a:p>
            <a:pPr marL="0" indent="0">
              <a:buNone/>
            </a:pPr>
            <a:r>
              <a:rPr lang="en-US" dirty="0">
                <a:solidFill>
                  <a:srgbClr val="B000B2"/>
                </a:solidFill>
                <a:latin typeface="Menlo" panose="020B0609030804020204" pitchFamily="49" charset="0"/>
              </a:rPr>
              <a:t>  data: </a:t>
            </a:r>
            <a:r>
              <a:rPr lang="en-US" dirty="0">
                <a:solidFill>
                  <a:srgbClr val="13939F"/>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B000B2"/>
                </a:solidFill>
                <a:latin typeface="Menlo" panose="020B0609030804020204" pitchFamily="49" charset="0"/>
              </a:rPr>
              <a:t>    seen: </a:t>
            </a:r>
            <a:r>
              <a:rPr lang="en-US" dirty="0">
                <a:solidFill>
                  <a:srgbClr val="9F1410"/>
                </a:solidFill>
                <a:latin typeface="Menlo" panose="020B0609030804020204" pitchFamily="49" charset="0"/>
              </a:rPr>
              <a:t>true</a:t>
            </a:r>
            <a:endParaRPr lang="en-US" dirty="0">
              <a:solidFill>
                <a:srgbClr val="B000B2"/>
              </a:solidFill>
              <a:latin typeface="Menlo" panose="020B0609030804020204" pitchFamily="49" charset="0"/>
            </a:endParaRPr>
          </a:p>
          <a:p>
            <a:pPr marL="0" indent="0">
              <a:buNone/>
            </a:pPr>
            <a:r>
              <a:rPr lang="en-US" dirty="0">
                <a:solidFill>
                  <a:srgbClr val="B000B2"/>
                </a:solidFill>
                <a:latin typeface="Menlo" panose="020B0609030804020204" pitchFamily="49" charset="0"/>
              </a:rPr>
              <a:t>  </a:t>
            </a:r>
            <a:r>
              <a:rPr lang="en-US" dirty="0">
                <a:solidFill>
                  <a:srgbClr val="13939F"/>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13939F"/>
                </a:solidFill>
                <a:latin typeface="Menlo" panose="020B0609030804020204" pitchFamily="49" charset="0"/>
              </a:rPr>
              <a:t>}</a:t>
            </a:r>
            <a:r>
              <a:rPr lang="en-US" dirty="0">
                <a:solidFill>
                  <a:srgbClr val="3B2322"/>
                </a:solidFill>
                <a:latin typeface="Menlo" panose="020B0609030804020204" pitchFamily="49" charset="0"/>
              </a:rPr>
              <a:t>)</a:t>
            </a:r>
          </a:p>
          <a:p>
            <a:pPr marL="0" indent="0">
              <a:buNone/>
            </a:pPr>
            <a:r>
              <a:rPr lang="en-US" dirty="0">
                <a:solidFill>
                  <a:srgbClr val="13939F"/>
                </a:solidFill>
                <a:latin typeface="Menlo" panose="020B0609030804020204" pitchFamily="49" charset="0"/>
              </a:rPr>
              <a:t>&lt;/</a:t>
            </a:r>
            <a:r>
              <a:rPr lang="en-US" dirty="0">
                <a:solidFill>
                  <a:srgbClr val="A6520C"/>
                </a:solidFill>
                <a:latin typeface="Menlo" panose="020B0609030804020204" pitchFamily="49" charset="0"/>
              </a:rPr>
              <a:t>script</a:t>
            </a:r>
            <a:r>
              <a:rPr lang="en-US" dirty="0">
                <a:solidFill>
                  <a:srgbClr val="13939F"/>
                </a:solidFill>
                <a:latin typeface="Menlo" panose="020B0609030804020204" pitchFamily="49" charset="0"/>
              </a:rPr>
              <a:t>&gt;</a:t>
            </a:r>
            <a:endParaRPr lang="en-US" dirty="0">
              <a:solidFill>
                <a:srgbClr val="A6520C"/>
              </a:solidFill>
              <a:latin typeface="Menlo" panose="020B0609030804020204" pitchFamily="49" charset="0"/>
            </a:endParaRPr>
          </a:p>
          <a:p>
            <a:pPr marL="0" indent="0">
              <a:buNone/>
            </a:pPr>
            <a:endParaRPr lang="en-US" dirty="0">
              <a:solidFill>
                <a:srgbClr val="3B2322"/>
              </a:solidFill>
              <a:latin typeface="Menlo" panose="020B0609030804020204" pitchFamily="49" charset="0"/>
            </a:endParaRPr>
          </a:p>
          <a:p>
            <a:pPr marL="0" indent="0">
              <a:buNone/>
            </a:pPr>
            <a:r>
              <a:rPr lang="en-US" dirty="0">
                <a:solidFill>
                  <a:srgbClr val="3200CA"/>
                </a:solidFill>
                <a:latin typeface="Menlo" panose="020B0609030804020204" pitchFamily="49" charset="0"/>
              </a:rPr>
              <a:t>&lt;!-- </a:t>
            </a:r>
            <a:r>
              <a:rPr lang="en-US" dirty="0" err="1">
                <a:solidFill>
                  <a:srgbClr val="3200CA"/>
                </a:solidFill>
                <a:latin typeface="Menlo" panose="020B0609030804020204" pitchFamily="49" charset="0"/>
              </a:rPr>
              <a:t>app.seen</a:t>
            </a:r>
            <a:r>
              <a:rPr lang="en-US" dirty="0">
                <a:solidFill>
                  <a:srgbClr val="3200CA"/>
                </a:solidFill>
                <a:latin typeface="Menlo" panose="020B0609030804020204" pitchFamily="49" charset="0"/>
              </a:rPr>
              <a:t> = false; --&gt;</a:t>
            </a:r>
          </a:p>
          <a:p>
            <a:pPr marL="0" indent="0">
              <a:buNone/>
            </a:pPr>
            <a:endParaRPr lang="en-US" dirty="0"/>
          </a:p>
        </p:txBody>
      </p:sp>
      <p:sp>
        <p:nvSpPr>
          <p:cNvPr id="4" name="Date Placeholder 3">
            <a:extLst>
              <a:ext uri="{FF2B5EF4-FFF2-40B4-BE49-F238E27FC236}">
                <a16:creationId xmlns:a16="http://schemas.microsoft.com/office/drawing/2014/main" id="{9B909D22-A667-4E49-9F71-F1F74263738A}"/>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93D06D73-248B-E64D-A3D6-2D9637814551}"/>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7BB7D19C-34FD-524C-AD92-3BFAEBE78675}"/>
              </a:ext>
            </a:extLst>
          </p:cNvPr>
          <p:cNvSpPr>
            <a:spLocks noGrp="1"/>
          </p:cNvSpPr>
          <p:nvPr>
            <p:ph type="sldNum" sz="quarter" idx="12"/>
          </p:nvPr>
        </p:nvSpPr>
        <p:spPr/>
        <p:txBody>
          <a:bodyPr/>
          <a:lstStyle/>
          <a:p>
            <a:fld id="{0FCF0B8E-C764-B441-826F-3009896208B1}" type="slidenum">
              <a:rPr lang="en-US" smtClean="0"/>
              <a:t>21</a:t>
            </a:fld>
            <a:endParaRPr lang="en-US"/>
          </a:p>
        </p:txBody>
      </p:sp>
    </p:spTree>
    <p:extLst>
      <p:ext uri="{BB962C8B-B14F-4D97-AF65-F5344CB8AC3E}">
        <p14:creationId xmlns:p14="http://schemas.microsoft.com/office/powerpoint/2010/main" val="357604305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BDA12-0E78-9F4D-8A6A-C2DA6DECD575}"/>
              </a:ext>
            </a:extLst>
          </p:cNvPr>
          <p:cNvSpPr>
            <a:spLocks noGrp="1"/>
          </p:cNvSpPr>
          <p:nvPr>
            <p:ph type="title"/>
          </p:nvPr>
        </p:nvSpPr>
        <p:spPr/>
        <p:txBody>
          <a:bodyPr>
            <a:normAutofit fontScale="90000"/>
          </a:bodyPr>
          <a:lstStyle/>
          <a:p>
            <a:r>
              <a:rPr lang="en-US" dirty="0"/>
              <a:t>Loops</a:t>
            </a:r>
          </a:p>
        </p:txBody>
      </p:sp>
      <p:sp>
        <p:nvSpPr>
          <p:cNvPr id="3" name="Content Placeholder 2">
            <a:extLst>
              <a:ext uri="{FF2B5EF4-FFF2-40B4-BE49-F238E27FC236}">
                <a16:creationId xmlns:a16="http://schemas.microsoft.com/office/drawing/2014/main" id="{38F36F4F-7DE2-754D-B363-CB0F2191302F}"/>
              </a:ext>
            </a:extLst>
          </p:cNvPr>
          <p:cNvSpPr>
            <a:spLocks noGrp="1"/>
          </p:cNvSpPr>
          <p:nvPr>
            <p:ph idx="1"/>
          </p:nvPr>
        </p:nvSpPr>
        <p:spPr/>
        <p:txBody>
          <a:bodyPr>
            <a:normAutofit/>
          </a:bodyPr>
          <a:lstStyle/>
          <a:p>
            <a:pPr marL="0" indent="0">
              <a:buNone/>
            </a:pPr>
            <a:r>
              <a:rPr lang="en-US" sz="2200" dirty="0">
                <a:solidFill>
                  <a:srgbClr val="13939F"/>
                </a:solidFill>
                <a:latin typeface="Menlo" panose="020B0609030804020204" pitchFamily="49" charset="0"/>
              </a:rPr>
              <a:t>&lt;</a:t>
            </a:r>
            <a:r>
              <a:rPr lang="en-US" sz="2200" dirty="0">
                <a:solidFill>
                  <a:srgbClr val="A6520C"/>
                </a:solidFill>
                <a:latin typeface="Menlo" panose="020B0609030804020204" pitchFamily="49" charset="0"/>
              </a:rPr>
              <a:t>div</a:t>
            </a:r>
            <a:r>
              <a:rPr lang="en-US" sz="2200" dirty="0">
                <a:solidFill>
                  <a:srgbClr val="13939F"/>
                </a:solidFill>
                <a:latin typeface="Menlo" panose="020B0609030804020204" pitchFamily="49" charset="0"/>
              </a:rPr>
              <a:t> </a:t>
            </a:r>
            <a:r>
              <a:rPr lang="en-US" sz="2200" dirty="0">
                <a:solidFill>
                  <a:srgbClr val="149802"/>
                </a:solidFill>
                <a:latin typeface="Menlo" panose="020B0609030804020204" pitchFamily="49" charset="0"/>
              </a:rPr>
              <a:t>id</a:t>
            </a:r>
            <a:r>
              <a:rPr lang="en-US" sz="2200" dirty="0">
                <a:solidFill>
                  <a:srgbClr val="13939F"/>
                </a:solidFill>
                <a:latin typeface="Menlo" panose="020B0609030804020204" pitchFamily="49" charset="0"/>
              </a:rPr>
              <a:t>=</a:t>
            </a:r>
            <a:r>
              <a:rPr lang="en-US" sz="2200" dirty="0">
                <a:solidFill>
                  <a:srgbClr val="9F1410"/>
                </a:solidFill>
                <a:latin typeface="Menlo" panose="020B0609030804020204" pitchFamily="49" charset="0"/>
              </a:rPr>
              <a:t>"app"</a:t>
            </a:r>
            <a:r>
              <a:rPr lang="en-US" sz="2200" dirty="0">
                <a:solidFill>
                  <a:srgbClr val="13939F"/>
                </a:solidFill>
                <a:latin typeface="Menlo" panose="020B0609030804020204" pitchFamily="49" charset="0"/>
              </a:rPr>
              <a:t>&gt;</a:t>
            </a:r>
            <a:endParaRPr lang="en-US" sz="2200" dirty="0">
              <a:solidFill>
                <a:srgbClr val="9F1410"/>
              </a:solidFill>
              <a:latin typeface="Menlo" panose="020B0609030804020204" pitchFamily="49" charset="0"/>
            </a:endParaRPr>
          </a:p>
          <a:p>
            <a:pPr marL="0" indent="0">
              <a:buNone/>
            </a:pPr>
            <a:r>
              <a:rPr lang="en-US" sz="2200" dirty="0">
                <a:solidFill>
                  <a:srgbClr val="3B2322"/>
                </a:solidFill>
                <a:latin typeface="Menlo" panose="020B0609030804020204" pitchFamily="49" charset="0"/>
              </a:rPr>
              <a:t>  </a:t>
            </a:r>
            <a:r>
              <a:rPr lang="en-US" sz="2200" dirty="0">
                <a:solidFill>
                  <a:srgbClr val="13939F"/>
                </a:solidFill>
                <a:latin typeface="Menlo" panose="020B0609030804020204" pitchFamily="49" charset="0"/>
              </a:rPr>
              <a:t>&lt;</a:t>
            </a:r>
            <a:r>
              <a:rPr lang="en-US" sz="2200" dirty="0" err="1">
                <a:solidFill>
                  <a:srgbClr val="A6520C"/>
                </a:solidFill>
                <a:latin typeface="Menlo" panose="020B0609030804020204" pitchFamily="49" charset="0"/>
              </a:rPr>
              <a:t>ol</a:t>
            </a:r>
            <a:r>
              <a:rPr lang="en-US" sz="2200" dirty="0">
                <a:solidFill>
                  <a:srgbClr val="13939F"/>
                </a:solidFill>
                <a:latin typeface="Menlo" panose="020B0609030804020204" pitchFamily="49" charset="0"/>
              </a:rPr>
              <a:t>&gt;</a:t>
            </a:r>
            <a:endParaRPr lang="en-US" sz="2200" dirty="0">
              <a:solidFill>
                <a:srgbClr val="3B2322"/>
              </a:solidFill>
              <a:latin typeface="Menlo" panose="020B0609030804020204" pitchFamily="49" charset="0"/>
            </a:endParaRPr>
          </a:p>
          <a:p>
            <a:pPr marL="0" indent="0">
              <a:buNone/>
            </a:pPr>
            <a:r>
              <a:rPr lang="en-US" sz="2200" dirty="0">
                <a:solidFill>
                  <a:srgbClr val="3B2322"/>
                </a:solidFill>
                <a:latin typeface="Menlo" panose="020B0609030804020204" pitchFamily="49" charset="0"/>
              </a:rPr>
              <a:t>    </a:t>
            </a:r>
            <a:r>
              <a:rPr lang="en-US" sz="2200" dirty="0">
                <a:solidFill>
                  <a:srgbClr val="13939F"/>
                </a:solidFill>
                <a:latin typeface="Menlo" panose="020B0609030804020204" pitchFamily="49" charset="0"/>
              </a:rPr>
              <a:t>&lt;</a:t>
            </a:r>
            <a:r>
              <a:rPr lang="en-US" sz="2200" dirty="0">
                <a:solidFill>
                  <a:srgbClr val="A6520C"/>
                </a:solidFill>
                <a:latin typeface="Menlo" panose="020B0609030804020204" pitchFamily="49" charset="0"/>
              </a:rPr>
              <a:t>li</a:t>
            </a:r>
            <a:r>
              <a:rPr lang="en-US" sz="2200" dirty="0">
                <a:solidFill>
                  <a:srgbClr val="13939F"/>
                </a:solidFill>
                <a:latin typeface="Menlo" panose="020B0609030804020204" pitchFamily="49" charset="0"/>
              </a:rPr>
              <a:t> v-</a:t>
            </a:r>
            <a:r>
              <a:rPr lang="en-US" sz="2200" dirty="0">
                <a:solidFill>
                  <a:srgbClr val="149802"/>
                </a:solidFill>
                <a:latin typeface="Menlo" panose="020B0609030804020204" pitchFamily="49" charset="0"/>
              </a:rPr>
              <a:t>for</a:t>
            </a:r>
            <a:r>
              <a:rPr lang="en-US" sz="2200" dirty="0">
                <a:solidFill>
                  <a:srgbClr val="13939F"/>
                </a:solidFill>
                <a:latin typeface="Menlo" panose="020B0609030804020204" pitchFamily="49" charset="0"/>
              </a:rPr>
              <a:t>=</a:t>
            </a:r>
            <a:r>
              <a:rPr lang="en-US" sz="2200" dirty="0">
                <a:solidFill>
                  <a:srgbClr val="9F1410"/>
                </a:solidFill>
                <a:latin typeface="Menlo" panose="020B0609030804020204" pitchFamily="49" charset="0"/>
              </a:rPr>
              <a:t>"</a:t>
            </a:r>
            <a:r>
              <a:rPr lang="en-US" sz="2200" dirty="0" err="1">
                <a:solidFill>
                  <a:srgbClr val="9F1410"/>
                </a:solidFill>
                <a:latin typeface="Menlo" panose="020B0609030804020204" pitchFamily="49" charset="0"/>
              </a:rPr>
              <a:t>todo</a:t>
            </a:r>
            <a:r>
              <a:rPr lang="en-US" sz="2200" dirty="0">
                <a:solidFill>
                  <a:srgbClr val="9F1410"/>
                </a:solidFill>
                <a:latin typeface="Menlo" panose="020B0609030804020204" pitchFamily="49" charset="0"/>
              </a:rPr>
              <a:t> in </a:t>
            </a:r>
            <a:r>
              <a:rPr lang="en-US" sz="2200" dirty="0" err="1">
                <a:solidFill>
                  <a:srgbClr val="9F1410"/>
                </a:solidFill>
                <a:latin typeface="Menlo" panose="020B0609030804020204" pitchFamily="49" charset="0"/>
              </a:rPr>
              <a:t>todos</a:t>
            </a:r>
            <a:r>
              <a:rPr lang="en-US" sz="2200" dirty="0">
                <a:solidFill>
                  <a:srgbClr val="9F1410"/>
                </a:solidFill>
                <a:latin typeface="Menlo" panose="020B0609030804020204" pitchFamily="49" charset="0"/>
              </a:rPr>
              <a:t>"</a:t>
            </a:r>
            <a:r>
              <a:rPr lang="en-US" sz="2200" dirty="0">
                <a:solidFill>
                  <a:srgbClr val="13939F"/>
                </a:solidFill>
                <a:latin typeface="Menlo" panose="020B0609030804020204" pitchFamily="49" charset="0"/>
              </a:rPr>
              <a:t>&gt;</a:t>
            </a:r>
            <a:endParaRPr lang="en-US" sz="2200" dirty="0">
              <a:solidFill>
                <a:srgbClr val="9F1410"/>
              </a:solidFill>
              <a:latin typeface="Menlo" panose="020B0609030804020204" pitchFamily="49" charset="0"/>
            </a:endParaRPr>
          </a:p>
          <a:p>
            <a:pPr marL="0" indent="0">
              <a:buNone/>
            </a:pPr>
            <a:r>
              <a:rPr lang="en-US" sz="2200" dirty="0">
                <a:solidFill>
                  <a:srgbClr val="3B2322"/>
                </a:solidFill>
                <a:latin typeface="Menlo" panose="020B0609030804020204" pitchFamily="49" charset="0"/>
              </a:rPr>
              <a:t>      {{ </a:t>
            </a:r>
            <a:r>
              <a:rPr lang="en-US" sz="2200" dirty="0" err="1">
                <a:solidFill>
                  <a:srgbClr val="3B2322"/>
                </a:solidFill>
                <a:latin typeface="Menlo" panose="020B0609030804020204" pitchFamily="49" charset="0"/>
              </a:rPr>
              <a:t>todo.text</a:t>
            </a:r>
            <a:r>
              <a:rPr lang="en-US" sz="2200" dirty="0">
                <a:solidFill>
                  <a:srgbClr val="3B2322"/>
                </a:solidFill>
                <a:latin typeface="Menlo" panose="020B0609030804020204" pitchFamily="49" charset="0"/>
              </a:rPr>
              <a:t> }}</a:t>
            </a:r>
          </a:p>
          <a:p>
            <a:pPr marL="0" indent="0">
              <a:buNone/>
            </a:pPr>
            <a:r>
              <a:rPr lang="en-US" sz="2200" dirty="0">
                <a:solidFill>
                  <a:srgbClr val="3B2322"/>
                </a:solidFill>
                <a:latin typeface="Menlo" panose="020B0609030804020204" pitchFamily="49" charset="0"/>
              </a:rPr>
              <a:t>    </a:t>
            </a:r>
            <a:r>
              <a:rPr lang="en-US" sz="2200" dirty="0">
                <a:solidFill>
                  <a:srgbClr val="13939F"/>
                </a:solidFill>
                <a:latin typeface="Menlo" panose="020B0609030804020204" pitchFamily="49" charset="0"/>
              </a:rPr>
              <a:t>&lt;/</a:t>
            </a:r>
            <a:r>
              <a:rPr lang="en-US" sz="2200" dirty="0">
                <a:solidFill>
                  <a:srgbClr val="A6520C"/>
                </a:solidFill>
                <a:latin typeface="Menlo" panose="020B0609030804020204" pitchFamily="49" charset="0"/>
              </a:rPr>
              <a:t>li</a:t>
            </a:r>
            <a:r>
              <a:rPr lang="en-US" sz="2200" dirty="0">
                <a:solidFill>
                  <a:srgbClr val="13939F"/>
                </a:solidFill>
                <a:latin typeface="Menlo" panose="020B0609030804020204" pitchFamily="49" charset="0"/>
              </a:rPr>
              <a:t>&gt;</a:t>
            </a:r>
            <a:endParaRPr lang="en-US" sz="2200" dirty="0">
              <a:solidFill>
                <a:srgbClr val="3B2322"/>
              </a:solidFill>
              <a:latin typeface="Menlo" panose="020B0609030804020204" pitchFamily="49" charset="0"/>
            </a:endParaRPr>
          </a:p>
          <a:p>
            <a:pPr marL="0" indent="0">
              <a:buNone/>
            </a:pPr>
            <a:r>
              <a:rPr lang="en-US" sz="2200" dirty="0">
                <a:solidFill>
                  <a:srgbClr val="3B2322"/>
                </a:solidFill>
                <a:latin typeface="Menlo" panose="020B0609030804020204" pitchFamily="49" charset="0"/>
              </a:rPr>
              <a:t>  </a:t>
            </a:r>
            <a:r>
              <a:rPr lang="en-US" sz="2200" dirty="0">
                <a:solidFill>
                  <a:srgbClr val="13939F"/>
                </a:solidFill>
                <a:latin typeface="Menlo" panose="020B0609030804020204" pitchFamily="49" charset="0"/>
              </a:rPr>
              <a:t>&lt;/</a:t>
            </a:r>
            <a:r>
              <a:rPr lang="en-US" sz="2200" dirty="0" err="1">
                <a:solidFill>
                  <a:srgbClr val="A6520C"/>
                </a:solidFill>
                <a:latin typeface="Menlo" panose="020B0609030804020204" pitchFamily="49" charset="0"/>
              </a:rPr>
              <a:t>ol</a:t>
            </a:r>
            <a:r>
              <a:rPr lang="en-US" sz="2200" dirty="0">
                <a:solidFill>
                  <a:srgbClr val="13939F"/>
                </a:solidFill>
                <a:latin typeface="Menlo" panose="020B0609030804020204" pitchFamily="49" charset="0"/>
              </a:rPr>
              <a:t>&gt;</a:t>
            </a:r>
          </a:p>
          <a:p>
            <a:pPr marL="0" indent="0">
              <a:buNone/>
            </a:pPr>
            <a:r>
              <a:rPr lang="en-US" sz="2200" dirty="0">
                <a:solidFill>
                  <a:srgbClr val="13939F"/>
                </a:solidFill>
                <a:latin typeface="Menlo" panose="020B0609030804020204" pitchFamily="49" charset="0"/>
              </a:rPr>
              <a:t>&lt;/</a:t>
            </a:r>
            <a:r>
              <a:rPr lang="en-US" sz="2200" dirty="0">
                <a:solidFill>
                  <a:srgbClr val="A6520C"/>
                </a:solidFill>
                <a:latin typeface="Menlo" panose="020B0609030804020204" pitchFamily="49" charset="0"/>
              </a:rPr>
              <a:t>div</a:t>
            </a:r>
            <a:r>
              <a:rPr lang="en-US" sz="2200" dirty="0">
                <a:solidFill>
                  <a:srgbClr val="13939F"/>
                </a:solidFill>
                <a:latin typeface="Menlo" panose="020B0609030804020204" pitchFamily="49" charset="0"/>
              </a:rPr>
              <a:t>&gt;</a:t>
            </a:r>
            <a:endParaRPr lang="en-US" sz="2200" dirty="0">
              <a:solidFill>
                <a:srgbClr val="A6520C"/>
              </a:solidFill>
              <a:latin typeface="Menlo" panose="020B0609030804020204" pitchFamily="49" charset="0"/>
            </a:endParaRPr>
          </a:p>
        </p:txBody>
      </p:sp>
      <p:sp>
        <p:nvSpPr>
          <p:cNvPr id="4" name="Date Placeholder 3">
            <a:extLst>
              <a:ext uri="{FF2B5EF4-FFF2-40B4-BE49-F238E27FC236}">
                <a16:creationId xmlns:a16="http://schemas.microsoft.com/office/drawing/2014/main" id="{89F7E222-CCB8-0542-8247-33E43C509215}"/>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31F392DF-3B81-2846-80F1-4BB1431E2CB7}"/>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E4B74217-5103-7348-9FB7-EE19F7CF0CFC}"/>
              </a:ext>
            </a:extLst>
          </p:cNvPr>
          <p:cNvSpPr>
            <a:spLocks noGrp="1"/>
          </p:cNvSpPr>
          <p:nvPr>
            <p:ph type="sldNum" sz="quarter" idx="12"/>
          </p:nvPr>
        </p:nvSpPr>
        <p:spPr/>
        <p:txBody>
          <a:bodyPr/>
          <a:lstStyle/>
          <a:p>
            <a:fld id="{0FCF0B8E-C764-B441-826F-3009896208B1}" type="slidenum">
              <a:rPr lang="en-US" smtClean="0"/>
              <a:t>22</a:t>
            </a:fld>
            <a:endParaRPr lang="en-US"/>
          </a:p>
        </p:txBody>
      </p:sp>
    </p:spTree>
    <p:extLst>
      <p:ext uri="{BB962C8B-B14F-4D97-AF65-F5344CB8AC3E}">
        <p14:creationId xmlns:p14="http://schemas.microsoft.com/office/powerpoint/2010/main" val="390258225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CB65E-C369-6B4A-B85E-54185A138927}"/>
              </a:ext>
            </a:extLst>
          </p:cNvPr>
          <p:cNvSpPr>
            <a:spLocks noGrp="1"/>
          </p:cNvSpPr>
          <p:nvPr>
            <p:ph type="title"/>
          </p:nvPr>
        </p:nvSpPr>
        <p:spPr/>
        <p:txBody>
          <a:bodyPr>
            <a:normAutofit fontScale="90000"/>
          </a:bodyPr>
          <a:lstStyle/>
          <a:p>
            <a:r>
              <a:rPr lang="en-US" dirty="0"/>
              <a:t>Loops</a:t>
            </a:r>
          </a:p>
        </p:txBody>
      </p:sp>
      <p:sp>
        <p:nvSpPr>
          <p:cNvPr id="3" name="Content Placeholder 2">
            <a:extLst>
              <a:ext uri="{FF2B5EF4-FFF2-40B4-BE49-F238E27FC236}">
                <a16:creationId xmlns:a16="http://schemas.microsoft.com/office/drawing/2014/main" id="{4CFF6BB0-5EC8-4D4A-98F0-2E4E04955867}"/>
              </a:ext>
            </a:extLst>
          </p:cNvPr>
          <p:cNvSpPr>
            <a:spLocks noGrp="1"/>
          </p:cNvSpPr>
          <p:nvPr>
            <p:ph idx="1"/>
          </p:nvPr>
        </p:nvSpPr>
        <p:spPr/>
        <p:txBody>
          <a:bodyPr>
            <a:normAutofit fontScale="47500" lnSpcReduction="20000"/>
          </a:bodyPr>
          <a:lstStyle/>
          <a:p>
            <a:pPr marL="0" indent="0">
              <a:buNone/>
            </a:pPr>
            <a:r>
              <a:rPr lang="en-US" dirty="0">
                <a:solidFill>
                  <a:srgbClr val="13939F"/>
                </a:solidFill>
                <a:latin typeface="Menlo" panose="020B0609030804020204" pitchFamily="49" charset="0"/>
              </a:rPr>
              <a:t>&lt;</a:t>
            </a:r>
            <a:r>
              <a:rPr lang="en-US" dirty="0">
                <a:solidFill>
                  <a:srgbClr val="A6520C"/>
                </a:solidFill>
                <a:latin typeface="Menlo" panose="020B0609030804020204" pitchFamily="49" charset="0"/>
              </a:rPr>
              <a:t>script</a:t>
            </a:r>
            <a:r>
              <a:rPr lang="en-US" dirty="0">
                <a:solidFill>
                  <a:srgbClr val="13939F"/>
                </a:solidFill>
                <a:latin typeface="Menlo" panose="020B0609030804020204" pitchFamily="49" charset="0"/>
              </a:rPr>
              <a:t>&gt;</a:t>
            </a:r>
            <a:endParaRPr lang="en-US" dirty="0">
              <a:solidFill>
                <a:srgbClr val="A6520C"/>
              </a:solidFill>
              <a:latin typeface="Menlo" panose="020B0609030804020204" pitchFamily="49" charset="0"/>
            </a:endParaRPr>
          </a:p>
          <a:p>
            <a:pPr marL="0" indent="0">
              <a:buNone/>
            </a:pPr>
            <a:r>
              <a:rPr lang="en-US" dirty="0" err="1">
                <a:solidFill>
                  <a:srgbClr val="13939F"/>
                </a:solidFill>
                <a:latin typeface="Menlo" panose="020B0609030804020204" pitchFamily="49" charset="0"/>
              </a:rPr>
              <a:t>var</a:t>
            </a:r>
            <a:r>
              <a:rPr lang="en-US" dirty="0">
                <a:solidFill>
                  <a:srgbClr val="B000B2"/>
                </a:solidFill>
                <a:latin typeface="Menlo" panose="020B0609030804020204" pitchFamily="49" charset="0"/>
              </a:rPr>
              <a:t> app = </a:t>
            </a:r>
            <a:r>
              <a:rPr lang="en-US" dirty="0">
                <a:solidFill>
                  <a:srgbClr val="A6520C"/>
                </a:solidFill>
                <a:latin typeface="Menlo" panose="020B0609030804020204" pitchFamily="49" charset="0"/>
              </a:rPr>
              <a:t>new</a:t>
            </a:r>
            <a:r>
              <a:rPr lang="en-US" dirty="0">
                <a:solidFill>
                  <a:srgbClr val="B000B2"/>
                </a:solidFill>
                <a:latin typeface="Menlo" panose="020B0609030804020204" pitchFamily="49" charset="0"/>
              </a:rPr>
              <a:t> </a:t>
            </a:r>
            <a:r>
              <a:rPr lang="en-US" dirty="0" err="1">
                <a:solidFill>
                  <a:srgbClr val="B000B2"/>
                </a:solidFill>
                <a:latin typeface="Menlo" panose="020B0609030804020204" pitchFamily="49" charset="0"/>
              </a:rPr>
              <a:t>Vue</a:t>
            </a:r>
            <a:r>
              <a:rPr lang="en-US" dirty="0">
                <a:solidFill>
                  <a:srgbClr val="3B2322"/>
                </a:solidFill>
                <a:latin typeface="Menlo" panose="020B0609030804020204" pitchFamily="49" charset="0"/>
              </a:rPr>
              <a:t>(</a:t>
            </a:r>
            <a:r>
              <a:rPr lang="en-US" dirty="0">
                <a:solidFill>
                  <a:srgbClr val="13939F"/>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B000B2"/>
                </a:solidFill>
                <a:latin typeface="Menlo" panose="020B0609030804020204" pitchFamily="49" charset="0"/>
              </a:rPr>
              <a:t>  el: </a:t>
            </a:r>
            <a:r>
              <a:rPr lang="en-US" dirty="0">
                <a:solidFill>
                  <a:srgbClr val="9F1410"/>
                </a:solidFill>
                <a:latin typeface="Menlo" panose="020B0609030804020204" pitchFamily="49" charset="0"/>
              </a:rPr>
              <a:t>'#app'</a:t>
            </a:r>
            <a:r>
              <a:rPr lang="en-US" dirty="0">
                <a:solidFill>
                  <a:srgbClr val="B000B2"/>
                </a:solidFill>
                <a:latin typeface="Menlo" panose="020B0609030804020204" pitchFamily="49" charset="0"/>
              </a:rPr>
              <a:t>,</a:t>
            </a:r>
          </a:p>
          <a:p>
            <a:pPr marL="0" indent="0">
              <a:buNone/>
            </a:pPr>
            <a:r>
              <a:rPr lang="en-US" dirty="0">
                <a:solidFill>
                  <a:srgbClr val="B000B2"/>
                </a:solidFill>
                <a:latin typeface="Menlo" panose="020B0609030804020204" pitchFamily="49" charset="0"/>
              </a:rPr>
              <a:t>  data: </a:t>
            </a:r>
            <a:r>
              <a:rPr lang="en-US" dirty="0">
                <a:solidFill>
                  <a:srgbClr val="13939F"/>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B000B2"/>
                </a:solidFill>
                <a:latin typeface="Menlo" panose="020B0609030804020204" pitchFamily="49" charset="0"/>
              </a:rPr>
              <a:t>    </a:t>
            </a:r>
            <a:r>
              <a:rPr lang="en-US" dirty="0" err="1">
                <a:solidFill>
                  <a:srgbClr val="B000B2"/>
                </a:solidFill>
                <a:latin typeface="Menlo" panose="020B0609030804020204" pitchFamily="49" charset="0"/>
              </a:rPr>
              <a:t>todos</a:t>
            </a:r>
            <a:r>
              <a:rPr lang="en-US" dirty="0">
                <a:solidFill>
                  <a:srgbClr val="B000B2"/>
                </a:solidFill>
                <a:latin typeface="Menlo" panose="020B0609030804020204" pitchFamily="49" charset="0"/>
              </a:rPr>
              <a:t>: </a:t>
            </a:r>
            <a:r>
              <a:rPr lang="en-US" dirty="0">
                <a:solidFill>
                  <a:srgbClr val="13939F"/>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B000B2"/>
                </a:solidFill>
                <a:latin typeface="Menlo" panose="020B0609030804020204" pitchFamily="49" charset="0"/>
              </a:rPr>
              <a:t>      </a:t>
            </a:r>
            <a:r>
              <a:rPr lang="en-US" dirty="0">
                <a:solidFill>
                  <a:srgbClr val="13939F"/>
                </a:solidFill>
                <a:latin typeface="Menlo" panose="020B0609030804020204" pitchFamily="49" charset="0"/>
              </a:rPr>
              <a:t>{</a:t>
            </a:r>
            <a:r>
              <a:rPr lang="en-US" dirty="0">
                <a:solidFill>
                  <a:srgbClr val="B000B2"/>
                </a:solidFill>
                <a:latin typeface="Menlo" panose="020B0609030804020204" pitchFamily="49" charset="0"/>
              </a:rPr>
              <a:t> text: </a:t>
            </a:r>
            <a:r>
              <a:rPr lang="en-US" dirty="0">
                <a:solidFill>
                  <a:srgbClr val="9F1410"/>
                </a:solidFill>
                <a:latin typeface="Menlo" panose="020B0609030804020204" pitchFamily="49" charset="0"/>
              </a:rPr>
              <a:t>'Learn JavaScript'</a:t>
            </a:r>
            <a:r>
              <a:rPr lang="en-US" dirty="0">
                <a:solidFill>
                  <a:srgbClr val="B000B2"/>
                </a:solidFill>
                <a:latin typeface="Menlo" panose="020B0609030804020204" pitchFamily="49" charset="0"/>
              </a:rPr>
              <a:t> </a:t>
            </a:r>
            <a:r>
              <a:rPr lang="en-US" dirty="0">
                <a:solidFill>
                  <a:srgbClr val="13939F"/>
                </a:solidFill>
                <a:latin typeface="Menlo" panose="020B0609030804020204" pitchFamily="49" charset="0"/>
              </a:rPr>
              <a:t>}</a:t>
            </a:r>
            <a:r>
              <a:rPr lang="en-US" dirty="0">
                <a:solidFill>
                  <a:srgbClr val="B000B2"/>
                </a:solidFill>
                <a:latin typeface="Menlo" panose="020B0609030804020204" pitchFamily="49" charset="0"/>
              </a:rPr>
              <a:t>,</a:t>
            </a:r>
            <a:endParaRPr lang="en-US" dirty="0">
              <a:solidFill>
                <a:srgbClr val="9F1410"/>
              </a:solidFill>
              <a:latin typeface="Menlo" panose="020B0609030804020204" pitchFamily="49" charset="0"/>
            </a:endParaRPr>
          </a:p>
          <a:p>
            <a:pPr marL="0" indent="0">
              <a:buNone/>
            </a:pPr>
            <a:r>
              <a:rPr lang="en-US" dirty="0">
                <a:solidFill>
                  <a:srgbClr val="B000B2"/>
                </a:solidFill>
                <a:latin typeface="Menlo" panose="020B0609030804020204" pitchFamily="49" charset="0"/>
              </a:rPr>
              <a:t>      </a:t>
            </a:r>
            <a:r>
              <a:rPr lang="en-US" dirty="0">
                <a:solidFill>
                  <a:srgbClr val="13939F"/>
                </a:solidFill>
                <a:latin typeface="Menlo" panose="020B0609030804020204" pitchFamily="49" charset="0"/>
              </a:rPr>
              <a:t>{</a:t>
            </a:r>
            <a:r>
              <a:rPr lang="en-US" dirty="0">
                <a:solidFill>
                  <a:srgbClr val="B000B2"/>
                </a:solidFill>
                <a:latin typeface="Menlo" panose="020B0609030804020204" pitchFamily="49" charset="0"/>
              </a:rPr>
              <a:t> text: </a:t>
            </a:r>
            <a:r>
              <a:rPr lang="en-US" dirty="0">
                <a:solidFill>
                  <a:srgbClr val="9F1410"/>
                </a:solidFill>
                <a:latin typeface="Menlo" panose="020B0609030804020204" pitchFamily="49" charset="0"/>
              </a:rPr>
              <a:t>'Learn </a:t>
            </a:r>
            <a:r>
              <a:rPr lang="en-US" dirty="0" err="1">
                <a:solidFill>
                  <a:srgbClr val="9F1410"/>
                </a:solidFill>
                <a:latin typeface="Menlo" panose="020B0609030804020204" pitchFamily="49" charset="0"/>
              </a:rPr>
              <a:t>Vue</a:t>
            </a:r>
            <a:r>
              <a:rPr lang="en-US" dirty="0">
                <a:solidFill>
                  <a:srgbClr val="9F1410"/>
                </a:solidFill>
                <a:latin typeface="Menlo" panose="020B0609030804020204" pitchFamily="49" charset="0"/>
              </a:rPr>
              <a:t>'</a:t>
            </a:r>
            <a:r>
              <a:rPr lang="en-US" dirty="0">
                <a:solidFill>
                  <a:srgbClr val="B000B2"/>
                </a:solidFill>
                <a:latin typeface="Menlo" panose="020B0609030804020204" pitchFamily="49" charset="0"/>
              </a:rPr>
              <a:t> </a:t>
            </a:r>
            <a:r>
              <a:rPr lang="en-US" dirty="0">
                <a:solidFill>
                  <a:srgbClr val="13939F"/>
                </a:solidFill>
                <a:latin typeface="Menlo" panose="020B0609030804020204" pitchFamily="49" charset="0"/>
              </a:rPr>
              <a:t>}</a:t>
            </a:r>
            <a:r>
              <a:rPr lang="en-US" dirty="0">
                <a:solidFill>
                  <a:srgbClr val="B000B2"/>
                </a:solidFill>
                <a:latin typeface="Menlo" panose="020B0609030804020204" pitchFamily="49" charset="0"/>
              </a:rPr>
              <a:t>,</a:t>
            </a:r>
          </a:p>
          <a:p>
            <a:pPr marL="0" indent="0">
              <a:buNone/>
            </a:pPr>
            <a:r>
              <a:rPr lang="en-US" dirty="0">
                <a:solidFill>
                  <a:srgbClr val="B000B2"/>
                </a:solidFill>
                <a:latin typeface="Menlo" panose="020B0609030804020204" pitchFamily="49" charset="0"/>
              </a:rPr>
              <a:t>      </a:t>
            </a:r>
            <a:r>
              <a:rPr lang="en-US" dirty="0">
                <a:solidFill>
                  <a:srgbClr val="13939F"/>
                </a:solidFill>
                <a:latin typeface="Menlo" panose="020B0609030804020204" pitchFamily="49" charset="0"/>
              </a:rPr>
              <a:t>{</a:t>
            </a:r>
            <a:r>
              <a:rPr lang="en-US" dirty="0">
                <a:solidFill>
                  <a:srgbClr val="B000B2"/>
                </a:solidFill>
                <a:latin typeface="Menlo" panose="020B0609030804020204" pitchFamily="49" charset="0"/>
              </a:rPr>
              <a:t> text: </a:t>
            </a:r>
            <a:r>
              <a:rPr lang="en-US" dirty="0">
                <a:solidFill>
                  <a:srgbClr val="9F1410"/>
                </a:solidFill>
                <a:latin typeface="Menlo" panose="020B0609030804020204" pitchFamily="49" charset="0"/>
              </a:rPr>
              <a:t>'Build something awesome'</a:t>
            </a:r>
            <a:r>
              <a:rPr lang="en-US" dirty="0">
                <a:solidFill>
                  <a:srgbClr val="B000B2"/>
                </a:solidFill>
                <a:latin typeface="Menlo" panose="020B0609030804020204" pitchFamily="49" charset="0"/>
              </a:rPr>
              <a:t> </a:t>
            </a:r>
            <a:r>
              <a:rPr lang="en-US" dirty="0">
                <a:solidFill>
                  <a:srgbClr val="13939F"/>
                </a:solidFill>
                <a:latin typeface="Menlo" panose="020B0609030804020204" pitchFamily="49" charset="0"/>
              </a:rPr>
              <a:t>}</a:t>
            </a:r>
            <a:endParaRPr lang="en-US" dirty="0">
              <a:solidFill>
                <a:srgbClr val="9F1410"/>
              </a:solidFill>
              <a:latin typeface="Menlo" panose="020B0609030804020204" pitchFamily="49" charset="0"/>
            </a:endParaRPr>
          </a:p>
          <a:p>
            <a:pPr marL="0" indent="0">
              <a:buNone/>
            </a:pPr>
            <a:r>
              <a:rPr lang="en-US" dirty="0">
                <a:solidFill>
                  <a:srgbClr val="B000B2"/>
                </a:solidFill>
                <a:latin typeface="Menlo" panose="020B0609030804020204" pitchFamily="49" charset="0"/>
              </a:rPr>
              <a:t>    </a:t>
            </a:r>
            <a:r>
              <a:rPr lang="en-US" dirty="0">
                <a:solidFill>
                  <a:srgbClr val="13939F"/>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B000B2"/>
                </a:solidFill>
                <a:latin typeface="Menlo" panose="020B0609030804020204" pitchFamily="49" charset="0"/>
              </a:rPr>
              <a:t>  </a:t>
            </a:r>
            <a:r>
              <a:rPr lang="en-US" dirty="0">
                <a:solidFill>
                  <a:srgbClr val="13939F"/>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13939F"/>
                </a:solidFill>
                <a:latin typeface="Menlo" panose="020B0609030804020204" pitchFamily="49" charset="0"/>
              </a:rPr>
              <a:t>}</a:t>
            </a:r>
            <a:r>
              <a:rPr lang="en-US" dirty="0">
                <a:solidFill>
                  <a:srgbClr val="3B2322"/>
                </a:solidFill>
                <a:latin typeface="Menlo" panose="020B0609030804020204" pitchFamily="49" charset="0"/>
              </a:rPr>
              <a:t>)</a:t>
            </a:r>
          </a:p>
          <a:p>
            <a:pPr marL="0" indent="0">
              <a:buNone/>
            </a:pPr>
            <a:r>
              <a:rPr lang="en-US" dirty="0">
                <a:solidFill>
                  <a:srgbClr val="13939F"/>
                </a:solidFill>
                <a:latin typeface="Menlo" panose="020B0609030804020204" pitchFamily="49" charset="0"/>
              </a:rPr>
              <a:t>&lt;/</a:t>
            </a:r>
            <a:r>
              <a:rPr lang="en-US" dirty="0">
                <a:solidFill>
                  <a:srgbClr val="A6520C"/>
                </a:solidFill>
                <a:latin typeface="Menlo" panose="020B0609030804020204" pitchFamily="49" charset="0"/>
              </a:rPr>
              <a:t>script</a:t>
            </a:r>
            <a:r>
              <a:rPr lang="en-US" dirty="0">
                <a:solidFill>
                  <a:srgbClr val="13939F"/>
                </a:solidFill>
                <a:latin typeface="Menlo" panose="020B0609030804020204" pitchFamily="49" charset="0"/>
              </a:rPr>
              <a:t>&gt;</a:t>
            </a:r>
            <a:endParaRPr lang="en-US" dirty="0">
              <a:solidFill>
                <a:srgbClr val="A6520C"/>
              </a:solidFill>
              <a:latin typeface="Menlo" panose="020B0609030804020204" pitchFamily="49" charset="0"/>
            </a:endParaRPr>
          </a:p>
          <a:p>
            <a:pPr marL="0" indent="0">
              <a:buNone/>
            </a:pPr>
            <a:r>
              <a:rPr lang="en-US" dirty="0">
                <a:solidFill>
                  <a:srgbClr val="3200CA"/>
                </a:solidFill>
                <a:latin typeface="Menlo" panose="020B0609030804020204" pitchFamily="49" charset="0"/>
              </a:rPr>
              <a:t>&lt;!-- </a:t>
            </a:r>
            <a:r>
              <a:rPr lang="en-US" dirty="0" err="1">
                <a:solidFill>
                  <a:srgbClr val="3200CA"/>
                </a:solidFill>
                <a:latin typeface="Menlo" panose="020B0609030804020204" pitchFamily="49" charset="0"/>
              </a:rPr>
              <a:t>app.todos.push</a:t>
            </a:r>
            <a:r>
              <a:rPr lang="en-US" dirty="0">
                <a:solidFill>
                  <a:srgbClr val="3200CA"/>
                </a:solidFill>
                <a:latin typeface="Menlo" panose="020B0609030804020204" pitchFamily="49" charset="0"/>
              </a:rPr>
              <a:t>({ text: 'New item' }) --&gt;</a:t>
            </a:r>
          </a:p>
          <a:p>
            <a:pPr marL="0" indent="0">
              <a:buNone/>
            </a:pPr>
            <a:endParaRPr lang="en-US" dirty="0"/>
          </a:p>
        </p:txBody>
      </p:sp>
      <p:sp>
        <p:nvSpPr>
          <p:cNvPr id="4" name="Date Placeholder 3">
            <a:extLst>
              <a:ext uri="{FF2B5EF4-FFF2-40B4-BE49-F238E27FC236}">
                <a16:creationId xmlns:a16="http://schemas.microsoft.com/office/drawing/2014/main" id="{8E1EC70C-3580-B64F-840E-99A985AF972E}"/>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0B764956-3826-8640-999C-B7025A67D487}"/>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CA1F702D-26CE-CD47-B9F7-A31F77AC51CC}"/>
              </a:ext>
            </a:extLst>
          </p:cNvPr>
          <p:cNvSpPr>
            <a:spLocks noGrp="1"/>
          </p:cNvSpPr>
          <p:nvPr>
            <p:ph type="sldNum" sz="quarter" idx="12"/>
          </p:nvPr>
        </p:nvSpPr>
        <p:spPr/>
        <p:txBody>
          <a:bodyPr/>
          <a:lstStyle/>
          <a:p>
            <a:fld id="{0FCF0B8E-C764-B441-826F-3009896208B1}" type="slidenum">
              <a:rPr lang="en-US" smtClean="0"/>
              <a:t>23</a:t>
            </a:fld>
            <a:endParaRPr lang="en-US"/>
          </a:p>
        </p:txBody>
      </p:sp>
    </p:spTree>
    <p:extLst>
      <p:ext uri="{BB962C8B-B14F-4D97-AF65-F5344CB8AC3E}">
        <p14:creationId xmlns:p14="http://schemas.microsoft.com/office/powerpoint/2010/main" val="312298029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7FACF-3C05-2C4B-A85B-2CEFC761154B}"/>
              </a:ext>
            </a:extLst>
          </p:cNvPr>
          <p:cNvSpPr>
            <a:spLocks noGrp="1"/>
          </p:cNvSpPr>
          <p:nvPr>
            <p:ph type="title"/>
          </p:nvPr>
        </p:nvSpPr>
        <p:spPr/>
        <p:txBody>
          <a:bodyPr>
            <a:normAutofit fontScale="90000"/>
          </a:bodyPr>
          <a:lstStyle/>
          <a:p>
            <a:r>
              <a:rPr lang="en-US" dirty="0"/>
              <a:t>Button</a:t>
            </a:r>
          </a:p>
        </p:txBody>
      </p:sp>
      <p:sp>
        <p:nvSpPr>
          <p:cNvPr id="3" name="Content Placeholder 2">
            <a:extLst>
              <a:ext uri="{FF2B5EF4-FFF2-40B4-BE49-F238E27FC236}">
                <a16:creationId xmlns:a16="http://schemas.microsoft.com/office/drawing/2014/main" id="{580D4194-7B6E-384C-8B07-F05074208056}"/>
              </a:ext>
            </a:extLst>
          </p:cNvPr>
          <p:cNvSpPr>
            <a:spLocks noGrp="1"/>
          </p:cNvSpPr>
          <p:nvPr>
            <p:ph idx="1"/>
          </p:nvPr>
        </p:nvSpPr>
        <p:spPr/>
        <p:txBody>
          <a:bodyPr>
            <a:normAutofit/>
          </a:bodyPr>
          <a:lstStyle/>
          <a:p>
            <a:pPr marL="0" indent="0">
              <a:buNone/>
            </a:pPr>
            <a:r>
              <a:rPr lang="en-US" sz="2000" dirty="0">
                <a:solidFill>
                  <a:srgbClr val="13939F"/>
                </a:solidFill>
                <a:latin typeface="Menlo" panose="020B0609030804020204" pitchFamily="49" charset="0"/>
              </a:rPr>
              <a:t>&lt;</a:t>
            </a:r>
            <a:r>
              <a:rPr lang="en-US" sz="2000" dirty="0">
                <a:solidFill>
                  <a:srgbClr val="A6520C"/>
                </a:solidFill>
                <a:latin typeface="Menlo" panose="020B0609030804020204" pitchFamily="49" charset="0"/>
              </a:rPr>
              <a:t>div</a:t>
            </a:r>
            <a:r>
              <a:rPr lang="en-US" sz="2000" dirty="0">
                <a:solidFill>
                  <a:srgbClr val="13939F"/>
                </a:solidFill>
                <a:latin typeface="Menlo" panose="020B0609030804020204" pitchFamily="49" charset="0"/>
              </a:rPr>
              <a:t> </a:t>
            </a:r>
            <a:r>
              <a:rPr lang="en-US" sz="2000" dirty="0">
                <a:solidFill>
                  <a:srgbClr val="149802"/>
                </a:solidFill>
                <a:latin typeface="Menlo" panose="020B0609030804020204" pitchFamily="49" charset="0"/>
              </a:rPr>
              <a:t>id</a:t>
            </a:r>
            <a:r>
              <a:rPr lang="en-US" sz="2000" dirty="0">
                <a:solidFill>
                  <a:srgbClr val="13939F"/>
                </a:solidFill>
                <a:latin typeface="Menlo" panose="020B0609030804020204" pitchFamily="49" charset="0"/>
              </a:rPr>
              <a:t>=</a:t>
            </a:r>
            <a:r>
              <a:rPr lang="en-US" sz="2000" dirty="0">
                <a:solidFill>
                  <a:srgbClr val="9F1410"/>
                </a:solidFill>
                <a:latin typeface="Menlo" panose="020B0609030804020204" pitchFamily="49" charset="0"/>
              </a:rPr>
              <a:t>"app"</a:t>
            </a:r>
            <a:r>
              <a:rPr lang="en-US" sz="2000" dirty="0">
                <a:solidFill>
                  <a:srgbClr val="13939F"/>
                </a:solidFill>
                <a:latin typeface="Menlo" panose="020B0609030804020204" pitchFamily="49" charset="0"/>
              </a:rPr>
              <a:t>&gt;</a:t>
            </a:r>
            <a:endParaRPr lang="en-US" sz="2000" dirty="0">
              <a:solidFill>
                <a:srgbClr val="9F1410"/>
              </a:solidFill>
              <a:latin typeface="Menlo" panose="020B0609030804020204" pitchFamily="49" charset="0"/>
            </a:endParaRPr>
          </a:p>
          <a:p>
            <a:pPr marL="0" indent="0">
              <a:buNone/>
            </a:pPr>
            <a:r>
              <a:rPr lang="en-US" sz="2000" dirty="0">
                <a:solidFill>
                  <a:srgbClr val="3B2322"/>
                </a:solidFill>
                <a:latin typeface="Menlo" panose="020B0609030804020204" pitchFamily="49" charset="0"/>
              </a:rPr>
              <a:t>  </a:t>
            </a:r>
            <a:r>
              <a:rPr lang="en-US" sz="2000" dirty="0">
                <a:solidFill>
                  <a:srgbClr val="13939F"/>
                </a:solidFill>
                <a:latin typeface="Menlo" panose="020B0609030804020204" pitchFamily="49" charset="0"/>
              </a:rPr>
              <a:t>&lt;</a:t>
            </a:r>
            <a:r>
              <a:rPr lang="en-US" sz="2000" dirty="0">
                <a:solidFill>
                  <a:srgbClr val="A6520C"/>
                </a:solidFill>
                <a:latin typeface="Menlo" panose="020B0609030804020204" pitchFamily="49" charset="0"/>
              </a:rPr>
              <a:t>p</a:t>
            </a:r>
            <a:r>
              <a:rPr lang="en-US" sz="2000" dirty="0">
                <a:solidFill>
                  <a:srgbClr val="13939F"/>
                </a:solidFill>
                <a:latin typeface="Menlo" panose="020B0609030804020204" pitchFamily="49" charset="0"/>
              </a:rPr>
              <a:t>&gt;</a:t>
            </a:r>
            <a:r>
              <a:rPr lang="en-US" sz="2000" dirty="0">
                <a:solidFill>
                  <a:srgbClr val="3B2322"/>
                </a:solidFill>
                <a:latin typeface="Menlo" panose="020B0609030804020204" pitchFamily="49" charset="0"/>
              </a:rPr>
              <a:t>{{ message }}</a:t>
            </a:r>
            <a:r>
              <a:rPr lang="en-US" sz="2000" dirty="0">
                <a:solidFill>
                  <a:srgbClr val="13939F"/>
                </a:solidFill>
                <a:latin typeface="Menlo" panose="020B0609030804020204" pitchFamily="49" charset="0"/>
              </a:rPr>
              <a:t>&lt;/</a:t>
            </a:r>
            <a:r>
              <a:rPr lang="en-US" sz="2000" dirty="0">
                <a:solidFill>
                  <a:srgbClr val="A6520C"/>
                </a:solidFill>
                <a:latin typeface="Menlo" panose="020B0609030804020204" pitchFamily="49" charset="0"/>
              </a:rPr>
              <a:t>p</a:t>
            </a:r>
            <a:r>
              <a:rPr lang="en-US" sz="2000" dirty="0">
                <a:solidFill>
                  <a:srgbClr val="13939F"/>
                </a:solidFill>
                <a:latin typeface="Menlo" panose="020B0609030804020204" pitchFamily="49" charset="0"/>
              </a:rPr>
              <a:t>&gt;</a:t>
            </a:r>
            <a:endParaRPr lang="en-US" sz="2000" dirty="0">
              <a:solidFill>
                <a:srgbClr val="3B2322"/>
              </a:solidFill>
              <a:latin typeface="Menlo" panose="020B0609030804020204" pitchFamily="49" charset="0"/>
            </a:endParaRPr>
          </a:p>
          <a:p>
            <a:pPr marL="0" indent="0">
              <a:buNone/>
            </a:pPr>
            <a:r>
              <a:rPr lang="en-US" sz="2000" dirty="0">
                <a:solidFill>
                  <a:srgbClr val="3B2322"/>
                </a:solidFill>
                <a:latin typeface="Menlo" panose="020B0609030804020204" pitchFamily="49" charset="0"/>
              </a:rPr>
              <a:t>  </a:t>
            </a:r>
            <a:r>
              <a:rPr lang="en-US" sz="2000" dirty="0">
                <a:solidFill>
                  <a:srgbClr val="13939F"/>
                </a:solidFill>
                <a:latin typeface="Menlo" panose="020B0609030804020204" pitchFamily="49" charset="0"/>
              </a:rPr>
              <a:t>&lt;</a:t>
            </a:r>
            <a:r>
              <a:rPr lang="en-US" sz="2000" dirty="0">
                <a:solidFill>
                  <a:srgbClr val="A6520C"/>
                </a:solidFill>
                <a:latin typeface="Menlo" panose="020B0609030804020204" pitchFamily="49" charset="0"/>
              </a:rPr>
              <a:t>button</a:t>
            </a:r>
            <a:r>
              <a:rPr lang="en-US" sz="2000" dirty="0">
                <a:solidFill>
                  <a:srgbClr val="13939F"/>
                </a:solidFill>
                <a:latin typeface="Menlo" panose="020B0609030804020204" pitchFamily="49" charset="0"/>
              </a:rPr>
              <a:t> </a:t>
            </a:r>
            <a:r>
              <a:rPr lang="en-US" sz="2000" dirty="0" err="1">
                <a:solidFill>
                  <a:srgbClr val="13939F"/>
                </a:solidFill>
                <a:latin typeface="Menlo" panose="020B0609030804020204" pitchFamily="49" charset="0"/>
              </a:rPr>
              <a:t>v-on:click</a:t>
            </a:r>
            <a:r>
              <a:rPr lang="en-US" sz="2000" dirty="0">
                <a:solidFill>
                  <a:srgbClr val="13939F"/>
                </a:solidFill>
                <a:latin typeface="Menlo" panose="020B0609030804020204" pitchFamily="49" charset="0"/>
              </a:rPr>
              <a:t>=</a:t>
            </a:r>
            <a:r>
              <a:rPr lang="en-US" sz="2000" dirty="0">
                <a:solidFill>
                  <a:srgbClr val="9F1410"/>
                </a:solidFill>
                <a:latin typeface="Menlo" panose="020B0609030804020204" pitchFamily="49" charset="0"/>
              </a:rPr>
              <a:t>"</a:t>
            </a:r>
            <a:r>
              <a:rPr lang="en-US" sz="2000" dirty="0" err="1">
                <a:solidFill>
                  <a:srgbClr val="9F1410"/>
                </a:solidFill>
                <a:latin typeface="Menlo" panose="020B0609030804020204" pitchFamily="49" charset="0"/>
              </a:rPr>
              <a:t>reverseMessage</a:t>
            </a:r>
            <a:r>
              <a:rPr lang="en-US" sz="2000" dirty="0">
                <a:solidFill>
                  <a:srgbClr val="9F1410"/>
                </a:solidFill>
                <a:latin typeface="Menlo" panose="020B0609030804020204" pitchFamily="49" charset="0"/>
              </a:rPr>
              <a:t>"</a:t>
            </a:r>
            <a:r>
              <a:rPr lang="en-US" sz="2000" dirty="0">
                <a:solidFill>
                  <a:srgbClr val="13939F"/>
                </a:solidFill>
                <a:latin typeface="Menlo" panose="020B0609030804020204" pitchFamily="49" charset="0"/>
              </a:rPr>
              <a:t>&gt;</a:t>
            </a:r>
          </a:p>
          <a:p>
            <a:pPr marL="0" indent="0">
              <a:buNone/>
            </a:pPr>
            <a:r>
              <a:rPr lang="en-US" sz="2000" dirty="0">
                <a:solidFill>
                  <a:srgbClr val="13939F"/>
                </a:solidFill>
                <a:latin typeface="Menlo" panose="020B0609030804020204" pitchFamily="49" charset="0"/>
              </a:rPr>
              <a:t>    </a:t>
            </a:r>
            <a:r>
              <a:rPr lang="en-US" sz="2000" dirty="0">
                <a:solidFill>
                  <a:srgbClr val="3B2322"/>
                </a:solidFill>
                <a:latin typeface="Menlo" panose="020B0609030804020204" pitchFamily="49" charset="0"/>
              </a:rPr>
              <a:t>Reverse Message</a:t>
            </a:r>
          </a:p>
          <a:p>
            <a:pPr marL="0" indent="0">
              <a:buNone/>
            </a:pPr>
            <a:r>
              <a:rPr lang="en-US" sz="2000" dirty="0">
                <a:solidFill>
                  <a:srgbClr val="3B2322"/>
                </a:solidFill>
                <a:latin typeface="Menlo" panose="020B0609030804020204" pitchFamily="49" charset="0"/>
              </a:rPr>
              <a:t>  </a:t>
            </a:r>
            <a:r>
              <a:rPr lang="en-US" sz="2000" dirty="0">
                <a:solidFill>
                  <a:srgbClr val="13939F"/>
                </a:solidFill>
                <a:latin typeface="Menlo" panose="020B0609030804020204" pitchFamily="49" charset="0"/>
              </a:rPr>
              <a:t>&lt;/</a:t>
            </a:r>
            <a:r>
              <a:rPr lang="en-US" sz="2000" dirty="0">
                <a:solidFill>
                  <a:srgbClr val="A6520C"/>
                </a:solidFill>
                <a:latin typeface="Menlo" panose="020B0609030804020204" pitchFamily="49" charset="0"/>
              </a:rPr>
              <a:t>button</a:t>
            </a:r>
            <a:r>
              <a:rPr lang="en-US" sz="2000" dirty="0">
                <a:solidFill>
                  <a:srgbClr val="13939F"/>
                </a:solidFill>
                <a:latin typeface="Menlo" panose="020B0609030804020204" pitchFamily="49" charset="0"/>
              </a:rPr>
              <a:t>&gt;</a:t>
            </a:r>
            <a:endParaRPr lang="en-US" sz="2000" dirty="0">
              <a:solidFill>
                <a:srgbClr val="3B2322"/>
              </a:solidFill>
              <a:latin typeface="Menlo" panose="020B0609030804020204" pitchFamily="49" charset="0"/>
            </a:endParaRPr>
          </a:p>
          <a:p>
            <a:pPr marL="0" indent="0">
              <a:buNone/>
            </a:pPr>
            <a:r>
              <a:rPr lang="en-US" sz="2000" dirty="0">
                <a:solidFill>
                  <a:srgbClr val="13939F"/>
                </a:solidFill>
                <a:latin typeface="Menlo" panose="020B0609030804020204" pitchFamily="49" charset="0"/>
              </a:rPr>
              <a:t>&lt;/</a:t>
            </a:r>
            <a:r>
              <a:rPr lang="en-US" sz="2000" dirty="0">
                <a:solidFill>
                  <a:srgbClr val="A6520C"/>
                </a:solidFill>
                <a:latin typeface="Menlo" panose="020B0609030804020204" pitchFamily="49" charset="0"/>
              </a:rPr>
              <a:t>div</a:t>
            </a:r>
            <a:r>
              <a:rPr lang="en-US" sz="2000" dirty="0">
                <a:solidFill>
                  <a:srgbClr val="13939F"/>
                </a:solidFill>
                <a:latin typeface="Menlo" panose="020B0609030804020204" pitchFamily="49" charset="0"/>
              </a:rPr>
              <a:t>&gt;</a:t>
            </a:r>
            <a:endParaRPr lang="en-US" sz="2000" dirty="0">
              <a:solidFill>
                <a:srgbClr val="A6520C"/>
              </a:solidFill>
              <a:latin typeface="Menlo" panose="020B0609030804020204" pitchFamily="49" charset="0"/>
            </a:endParaRPr>
          </a:p>
        </p:txBody>
      </p:sp>
      <p:sp>
        <p:nvSpPr>
          <p:cNvPr id="4" name="Date Placeholder 3">
            <a:extLst>
              <a:ext uri="{FF2B5EF4-FFF2-40B4-BE49-F238E27FC236}">
                <a16:creationId xmlns:a16="http://schemas.microsoft.com/office/drawing/2014/main" id="{66DC759E-FB66-A544-A86E-1D877B4E63B1}"/>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0ED0869F-AD1E-9149-8E95-85C47F0EE5CB}"/>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0265320E-C0F8-3542-B7B5-BF81B0B9CFE8}"/>
              </a:ext>
            </a:extLst>
          </p:cNvPr>
          <p:cNvSpPr>
            <a:spLocks noGrp="1"/>
          </p:cNvSpPr>
          <p:nvPr>
            <p:ph type="sldNum" sz="quarter" idx="12"/>
          </p:nvPr>
        </p:nvSpPr>
        <p:spPr/>
        <p:txBody>
          <a:bodyPr/>
          <a:lstStyle/>
          <a:p>
            <a:fld id="{0FCF0B8E-C764-B441-826F-3009896208B1}" type="slidenum">
              <a:rPr lang="en-US" smtClean="0"/>
              <a:t>24</a:t>
            </a:fld>
            <a:endParaRPr lang="en-US"/>
          </a:p>
        </p:txBody>
      </p:sp>
    </p:spTree>
    <p:extLst>
      <p:ext uri="{BB962C8B-B14F-4D97-AF65-F5344CB8AC3E}">
        <p14:creationId xmlns:p14="http://schemas.microsoft.com/office/powerpoint/2010/main" val="188879475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F9597-7B70-AF42-85C4-47810D8240B1}"/>
              </a:ext>
            </a:extLst>
          </p:cNvPr>
          <p:cNvSpPr>
            <a:spLocks noGrp="1"/>
          </p:cNvSpPr>
          <p:nvPr>
            <p:ph type="title"/>
          </p:nvPr>
        </p:nvSpPr>
        <p:spPr/>
        <p:txBody>
          <a:bodyPr>
            <a:normAutofit fontScale="90000"/>
          </a:bodyPr>
          <a:lstStyle/>
          <a:p>
            <a:r>
              <a:rPr lang="en-US" dirty="0"/>
              <a:t>Button</a:t>
            </a:r>
          </a:p>
        </p:txBody>
      </p:sp>
      <p:sp>
        <p:nvSpPr>
          <p:cNvPr id="3" name="Content Placeholder 2">
            <a:extLst>
              <a:ext uri="{FF2B5EF4-FFF2-40B4-BE49-F238E27FC236}">
                <a16:creationId xmlns:a16="http://schemas.microsoft.com/office/drawing/2014/main" id="{ACA1D4CB-6BB7-5747-9B98-DFA947C67BA7}"/>
              </a:ext>
            </a:extLst>
          </p:cNvPr>
          <p:cNvSpPr>
            <a:spLocks noGrp="1"/>
          </p:cNvSpPr>
          <p:nvPr>
            <p:ph idx="1"/>
          </p:nvPr>
        </p:nvSpPr>
        <p:spPr/>
        <p:txBody>
          <a:bodyPr>
            <a:normAutofit fontScale="40000" lnSpcReduction="20000"/>
          </a:bodyPr>
          <a:lstStyle/>
          <a:p>
            <a:pPr marL="0" indent="0">
              <a:buNone/>
            </a:pPr>
            <a:r>
              <a:rPr lang="en-US" dirty="0">
                <a:solidFill>
                  <a:srgbClr val="13939F"/>
                </a:solidFill>
                <a:latin typeface="Menlo" panose="020B0609030804020204" pitchFamily="49" charset="0"/>
              </a:rPr>
              <a:t>&lt;</a:t>
            </a:r>
            <a:r>
              <a:rPr lang="en-US" dirty="0">
                <a:solidFill>
                  <a:srgbClr val="A6520C"/>
                </a:solidFill>
                <a:latin typeface="Menlo" panose="020B0609030804020204" pitchFamily="49" charset="0"/>
              </a:rPr>
              <a:t>script</a:t>
            </a:r>
            <a:r>
              <a:rPr lang="en-US" dirty="0">
                <a:solidFill>
                  <a:srgbClr val="13939F"/>
                </a:solidFill>
                <a:latin typeface="Menlo" panose="020B0609030804020204" pitchFamily="49" charset="0"/>
              </a:rPr>
              <a:t>&gt;</a:t>
            </a:r>
            <a:r>
              <a:rPr lang="en-US" dirty="0">
                <a:solidFill>
                  <a:srgbClr val="3B2322"/>
                </a:solidFill>
                <a:latin typeface="Menlo" panose="020B0609030804020204" pitchFamily="49" charset="0"/>
              </a:rPr>
              <a:t> </a:t>
            </a:r>
            <a:endParaRPr lang="en-US" dirty="0">
              <a:solidFill>
                <a:srgbClr val="A6520C"/>
              </a:solidFill>
              <a:latin typeface="Menlo" panose="020B0609030804020204" pitchFamily="49" charset="0"/>
            </a:endParaRPr>
          </a:p>
          <a:p>
            <a:pPr marL="0" indent="0">
              <a:buNone/>
            </a:pPr>
            <a:r>
              <a:rPr lang="en-US" dirty="0" err="1">
                <a:solidFill>
                  <a:srgbClr val="13939F"/>
                </a:solidFill>
                <a:latin typeface="Menlo" panose="020B0609030804020204" pitchFamily="49" charset="0"/>
              </a:rPr>
              <a:t>var</a:t>
            </a:r>
            <a:r>
              <a:rPr lang="en-US" dirty="0">
                <a:solidFill>
                  <a:srgbClr val="B000B2"/>
                </a:solidFill>
                <a:latin typeface="Menlo" panose="020B0609030804020204" pitchFamily="49" charset="0"/>
              </a:rPr>
              <a:t> app = </a:t>
            </a:r>
            <a:r>
              <a:rPr lang="en-US" dirty="0">
                <a:solidFill>
                  <a:srgbClr val="A6520C"/>
                </a:solidFill>
                <a:latin typeface="Menlo" panose="020B0609030804020204" pitchFamily="49" charset="0"/>
              </a:rPr>
              <a:t>new</a:t>
            </a:r>
            <a:r>
              <a:rPr lang="en-US" dirty="0">
                <a:solidFill>
                  <a:srgbClr val="B000B2"/>
                </a:solidFill>
                <a:latin typeface="Menlo" panose="020B0609030804020204" pitchFamily="49" charset="0"/>
              </a:rPr>
              <a:t> </a:t>
            </a:r>
            <a:r>
              <a:rPr lang="en-US" dirty="0" err="1">
                <a:solidFill>
                  <a:srgbClr val="B000B2"/>
                </a:solidFill>
                <a:latin typeface="Menlo" panose="020B0609030804020204" pitchFamily="49" charset="0"/>
              </a:rPr>
              <a:t>Vue</a:t>
            </a:r>
            <a:r>
              <a:rPr lang="en-US" dirty="0">
                <a:solidFill>
                  <a:srgbClr val="3B2322"/>
                </a:solidFill>
                <a:latin typeface="Menlo" panose="020B0609030804020204" pitchFamily="49" charset="0"/>
              </a:rPr>
              <a:t>(</a:t>
            </a:r>
            <a:r>
              <a:rPr lang="en-US" dirty="0">
                <a:solidFill>
                  <a:srgbClr val="13939F"/>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B000B2"/>
                </a:solidFill>
                <a:latin typeface="Menlo" panose="020B0609030804020204" pitchFamily="49" charset="0"/>
              </a:rPr>
              <a:t>  el: </a:t>
            </a:r>
            <a:r>
              <a:rPr lang="en-US" dirty="0">
                <a:solidFill>
                  <a:srgbClr val="9F1410"/>
                </a:solidFill>
                <a:latin typeface="Menlo" panose="020B0609030804020204" pitchFamily="49" charset="0"/>
              </a:rPr>
              <a:t>'#app'</a:t>
            </a:r>
            <a:r>
              <a:rPr lang="en-US" dirty="0">
                <a:solidFill>
                  <a:srgbClr val="B000B2"/>
                </a:solidFill>
                <a:latin typeface="Menlo" panose="020B0609030804020204" pitchFamily="49" charset="0"/>
              </a:rPr>
              <a:t>,</a:t>
            </a:r>
          </a:p>
          <a:p>
            <a:pPr marL="0" indent="0">
              <a:buNone/>
            </a:pPr>
            <a:r>
              <a:rPr lang="en-US" dirty="0">
                <a:solidFill>
                  <a:srgbClr val="B000B2"/>
                </a:solidFill>
                <a:latin typeface="Menlo" panose="020B0609030804020204" pitchFamily="49" charset="0"/>
              </a:rPr>
              <a:t>  data: </a:t>
            </a:r>
            <a:r>
              <a:rPr lang="en-US" dirty="0">
                <a:solidFill>
                  <a:srgbClr val="13939F"/>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B000B2"/>
                </a:solidFill>
                <a:latin typeface="Menlo" panose="020B0609030804020204" pitchFamily="49" charset="0"/>
              </a:rPr>
              <a:t>    message: </a:t>
            </a:r>
            <a:r>
              <a:rPr lang="en-US" dirty="0">
                <a:solidFill>
                  <a:srgbClr val="9F1410"/>
                </a:solidFill>
                <a:latin typeface="Menlo" panose="020B0609030804020204" pitchFamily="49" charset="0"/>
              </a:rPr>
              <a:t>'Hello </a:t>
            </a:r>
            <a:r>
              <a:rPr lang="en-US" dirty="0" err="1">
                <a:solidFill>
                  <a:srgbClr val="9F1410"/>
                </a:solidFill>
                <a:latin typeface="Menlo" panose="020B0609030804020204" pitchFamily="49" charset="0"/>
              </a:rPr>
              <a:t>Vue.js</a:t>
            </a:r>
            <a:r>
              <a:rPr lang="en-US" dirty="0">
                <a:solidFill>
                  <a:srgbClr val="9F1410"/>
                </a:solidFill>
                <a:latin typeface="Menlo" panose="020B0609030804020204" pitchFamily="49" charset="0"/>
              </a:rPr>
              <a:t>!'</a:t>
            </a:r>
          </a:p>
          <a:p>
            <a:pPr marL="0" indent="0">
              <a:buNone/>
            </a:pPr>
            <a:r>
              <a:rPr lang="en-US" dirty="0">
                <a:solidFill>
                  <a:srgbClr val="B000B2"/>
                </a:solidFill>
                <a:latin typeface="Menlo" panose="020B0609030804020204" pitchFamily="49" charset="0"/>
              </a:rPr>
              <a:t>  </a:t>
            </a:r>
            <a:r>
              <a:rPr lang="en-US" dirty="0">
                <a:solidFill>
                  <a:srgbClr val="13939F"/>
                </a:solidFill>
                <a:latin typeface="Menlo" panose="020B0609030804020204" pitchFamily="49" charset="0"/>
              </a:rPr>
              <a:t>}</a:t>
            </a:r>
            <a:r>
              <a:rPr lang="en-US" dirty="0">
                <a:solidFill>
                  <a:srgbClr val="B000B2"/>
                </a:solidFill>
                <a:latin typeface="Menlo" panose="020B0609030804020204" pitchFamily="49" charset="0"/>
              </a:rPr>
              <a:t>,</a:t>
            </a:r>
          </a:p>
          <a:p>
            <a:pPr marL="0" indent="0">
              <a:buNone/>
            </a:pPr>
            <a:r>
              <a:rPr lang="en-US" dirty="0">
                <a:solidFill>
                  <a:srgbClr val="B000B2"/>
                </a:solidFill>
                <a:latin typeface="Menlo" panose="020B0609030804020204" pitchFamily="49" charset="0"/>
              </a:rPr>
              <a:t>  methods: </a:t>
            </a:r>
            <a:r>
              <a:rPr lang="en-US" dirty="0">
                <a:solidFill>
                  <a:srgbClr val="13939F"/>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B000B2"/>
                </a:solidFill>
                <a:latin typeface="Menlo" panose="020B0609030804020204" pitchFamily="49" charset="0"/>
              </a:rPr>
              <a:t>    </a:t>
            </a:r>
            <a:r>
              <a:rPr lang="en-US" dirty="0" err="1">
                <a:solidFill>
                  <a:srgbClr val="B000B2"/>
                </a:solidFill>
                <a:latin typeface="Menlo" panose="020B0609030804020204" pitchFamily="49" charset="0"/>
              </a:rPr>
              <a:t>reverseMessage</a:t>
            </a:r>
            <a:r>
              <a:rPr lang="en-US" dirty="0">
                <a:solidFill>
                  <a:srgbClr val="B000B2"/>
                </a:solidFill>
                <a:latin typeface="Menlo" panose="020B0609030804020204" pitchFamily="49" charset="0"/>
              </a:rPr>
              <a:t>: </a:t>
            </a:r>
            <a:r>
              <a:rPr lang="en-US" dirty="0">
                <a:solidFill>
                  <a:srgbClr val="13939F"/>
                </a:solidFill>
                <a:latin typeface="Menlo" panose="020B0609030804020204" pitchFamily="49" charset="0"/>
              </a:rPr>
              <a:t>function</a:t>
            </a:r>
            <a:r>
              <a:rPr lang="en-US" dirty="0">
                <a:solidFill>
                  <a:srgbClr val="B000B2"/>
                </a:solidFill>
                <a:latin typeface="Menlo" panose="020B0609030804020204" pitchFamily="49" charset="0"/>
              </a:rPr>
              <a:t> </a:t>
            </a:r>
            <a:r>
              <a:rPr lang="en-US" dirty="0">
                <a:solidFill>
                  <a:srgbClr val="3B2322"/>
                </a:solidFill>
                <a:latin typeface="Menlo" panose="020B0609030804020204" pitchFamily="49" charset="0"/>
              </a:rPr>
              <a:t>()</a:t>
            </a:r>
            <a:r>
              <a:rPr lang="en-US" dirty="0">
                <a:solidFill>
                  <a:srgbClr val="B000B2"/>
                </a:solidFill>
                <a:latin typeface="Menlo" panose="020B0609030804020204" pitchFamily="49" charset="0"/>
              </a:rPr>
              <a:t> </a:t>
            </a:r>
            <a:r>
              <a:rPr lang="en-US" dirty="0">
                <a:solidFill>
                  <a:srgbClr val="13939F"/>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B000B2"/>
                </a:solidFill>
                <a:latin typeface="Menlo" panose="020B0609030804020204" pitchFamily="49" charset="0"/>
              </a:rPr>
              <a:t>      </a:t>
            </a:r>
            <a:r>
              <a:rPr lang="en-US" dirty="0" err="1">
                <a:solidFill>
                  <a:srgbClr val="13939F"/>
                </a:solidFill>
                <a:latin typeface="Menlo" panose="020B0609030804020204" pitchFamily="49" charset="0"/>
              </a:rPr>
              <a:t>this</a:t>
            </a:r>
            <a:r>
              <a:rPr lang="en-US" dirty="0" err="1">
                <a:solidFill>
                  <a:srgbClr val="B000B2"/>
                </a:solidFill>
                <a:latin typeface="Menlo" panose="020B0609030804020204" pitchFamily="49" charset="0"/>
              </a:rPr>
              <a:t>.message</a:t>
            </a:r>
            <a:r>
              <a:rPr lang="en-US" dirty="0">
                <a:solidFill>
                  <a:srgbClr val="B000B2"/>
                </a:solidFill>
                <a:latin typeface="Menlo" panose="020B0609030804020204" pitchFamily="49" charset="0"/>
              </a:rPr>
              <a:t> =</a:t>
            </a:r>
          </a:p>
          <a:p>
            <a:pPr marL="0" indent="0">
              <a:buNone/>
            </a:pPr>
            <a:r>
              <a:rPr lang="en-US" dirty="0">
                <a:solidFill>
                  <a:srgbClr val="B000B2"/>
                </a:solidFill>
                <a:latin typeface="Menlo" panose="020B0609030804020204" pitchFamily="49" charset="0"/>
              </a:rPr>
              <a:t>        </a:t>
            </a:r>
            <a:r>
              <a:rPr lang="en-US" dirty="0" err="1">
                <a:solidFill>
                  <a:srgbClr val="13939F"/>
                </a:solidFill>
                <a:latin typeface="Menlo" panose="020B0609030804020204" pitchFamily="49" charset="0"/>
              </a:rPr>
              <a:t>this</a:t>
            </a:r>
            <a:r>
              <a:rPr lang="en-US" dirty="0" err="1">
                <a:solidFill>
                  <a:srgbClr val="B000B2"/>
                </a:solidFill>
                <a:latin typeface="Menlo" panose="020B0609030804020204" pitchFamily="49" charset="0"/>
              </a:rPr>
              <a:t>.message.split</a:t>
            </a:r>
            <a:r>
              <a:rPr lang="en-US" dirty="0">
                <a:solidFill>
                  <a:srgbClr val="3B2322"/>
                </a:solidFill>
                <a:latin typeface="Menlo" panose="020B0609030804020204" pitchFamily="49" charset="0"/>
              </a:rPr>
              <a:t>(</a:t>
            </a:r>
            <a:r>
              <a:rPr lang="en-US" dirty="0">
                <a:solidFill>
                  <a:srgbClr val="9F1410"/>
                </a:solidFill>
                <a:latin typeface="Menlo" panose="020B0609030804020204" pitchFamily="49" charset="0"/>
              </a:rPr>
              <a:t>''</a:t>
            </a:r>
            <a:r>
              <a:rPr lang="en-US" dirty="0">
                <a:solidFill>
                  <a:srgbClr val="3B2322"/>
                </a:solidFill>
                <a:latin typeface="Menlo" panose="020B0609030804020204" pitchFamily="49" charset="0"/>
              </a:rPr>
              <a:t>)</a:t>
            </a:r>
            <a:r>
              <a:rPr lang="en-US" dirty="0">
                <a:solidFill>
                  <a:srgbClr val="B000B2"/>
                </a:solidFill>
                <a:latin typeface="Menlo" panose="020B0609030804020204" pitchFamily="49" charset="0"/>
              </a:rPr>
              <a:t>.reverse</a:t>
            </a:r>
            <a:r>
              <a:rPr lang="en-US" dirty="0">
                <a:solidFill>
                  <a:srgbClr val="3B2322"/>
                </a:solidFill>
                <a:latin typeface="Menlo" panose="020B0609030804020204" pitchFamily="49" charset="0"/>
              </a:rPr>
              <a:t>()</a:t>
            </a:r>
            <a:r>
              <a:rPr lang="en-US" dirty="0">
                <a:solidFill>
                  <a:srgbClr val="B000B2"/>
                </a:solidFill>
                <a:latin typeface="Menlo" panose="020B0609030804020204" pitchFamily="49" charset="0"/>
              </a:rPr>
              <a:t>.join</a:t>
            </a:r>
            <a:r>
              <a:rPr lang="en-US" dirty="0">
                <a:solidFill>
                  <a:srgbClr val="3B2322"/>
                </a:solidFill>
                <a:latin typeface="Menlo" panose="020B0609030804020204" pitchFamily="49" charset="0"/>
              </a:rPr>
              <a:t>(</a:t>
            </a:r>
            <a:r>
              <a:rPr lang="en-US" dirty="0">
                <a:solidFill>
                  <a:srgbClr val="9F1410"/>
                </a:solidFill>
                <a:latin typeface="Menlo" panose="020B0609030804020204" pitchFamily="49" charset="0"/>
              </a:rPr>
              <a:t>''</a:t>
            </a:r>
            <a:r>
              <a:rPr lang="en-US" dirty="0">
                <a:solidFill>
                  <a:srgbClr val="3B2322"/>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B000B2"/>
                </a:solidFill>
                <a:latin typeface="Menlo" panose="020B0609030804020204" pitchFamily="49" charset="0"/>
              </a:rPr>
              <a:t>    </a:t>
            </a:r>
            <a:r>
              <a:rPr lang="en-US" dirty="0">
                <a:solidFill>
                  <a:srgbClr val="13939F"/>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B000B2"/>
                </a:solidFill>
                <a:latin typeface="Menlo" panose="020B0609030804020204" pitchFamily="49" charset="0"/>
              </a:rPr>
              <a:t>  </a:t>
            </a:r>
            <a:r>
              <a:rPr lang="en-US" dirty="0">
                <a:solidFill>
                  <a:srgbClr val="13939F"/>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13939F"/>
                </a:solidFill>
                <a:latin typeface="Menlo" panose="020B0609030804020204" pitchFamily="49" charset="0"/>
              </a:rPr>
              <a:t>}</a:t>
            </a:r>
            <a:r>
              <a:rPr lang="en-US" dirty="0">
                <a:solidFill>
                  <a:srgbClr val="3B2322"/>
                </a:solidFill>
                <a:latin typeface="Menlo" panose="020B0609030804020204" pitchFamily="49" charset="0"/>
              </a:rPr>
              <a:t>)</a:t>
            </a:r>
          </a:p>
          <a:p>
            <a:pPr marL="0" indent="0">
              <a:buNone/>
            </a:pPr>
            <a:r>
              <a:rPr lang="en-US" dirty="0">
                <a:solidFill>
                  <a:srgbClr val="13939F"/>
                </a:solidFill>
                <a:latin typeface="Menlo" panose="020B0609030804020204" pitchFamily="49" charset="0"/>
              </a:rPr>
              <a:t>&lt;/</a:t>
            </a:r>
            <a:r>
              <a:rPr lang="en-US" dirty="0">
                <a:solidFill>
                  <a:srgbClr val="A6520C"/>
                </a:solidFill>
                <a:latin typeface="Menlo" panose="020B0609030804020204" pitchFamily="49" charset="0"/>
              </a:rPr>
              <a:t>script</a:t>
            </a:r>
            <a:r>
              <a:rPr lang="en-US" dirty="0">
                <a:solidFill>
                  <a:srgbClr val="13939F"/>
                </a:solidFill>
                <a:latin typeface="Menlo" panose="020B0609030804020204" pitchFamily="49" charset="0"/>
              </a:rPr>
              <a:t>&gt;</a:t>
            </a:r>
            <a:endParaRPr lang="en-US" dirty="0">
              <a:solidFill>
                <a:srgbClr val="A6520C"/>
              </a:solidFill>
              <a:latin typeface="Menlo" panose="020B0609030804020204" pitchFamily="49" charset="0"/>
            </a:endParaRPr>
          </a:p>
          <a:p>
            <a:pPr marL="0" indent="0">
              <a:buNone/>
            </a:pPr>
            <a:endParaRPr lang="en-US" dirty="0"/>
          </a:p>
        </p:txBody>
      </p:sp>
      <p:sp>
        <p:nvSpPr>
          <p:cNvPr id="4" name="Date Placeholder 3">
            <a:extLst>
              <a:ext uri="{FF2B5EF4-FFF2-40B4-BE49-F238E27FC236}">
                <a16:creationId xmlns:a16="http://schemas.microsoft.com/office/drawing/2014/main" id="{3C7DED7B-28DF-DC40-82DB-93DA047D23D0}"/>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FC72D997-D329-B24F-9884-D2C7A52B227A}"/>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2B2E1600-7498-E54F-A584-51E6D38A75B9}"/>
              </a:ext>
            </a:extLst>
          </p:cNvPr>
          <p:cNvSpPr>
            <a:spLocks noGrp="1"/>
          </p:cNvSpPr>
          <p:nvPr>
            <p:ph type="sldNum" sz="quarter" idx="12"/>
          </p:nvPr>
        </p:nvSpPr>
        <p:spPr/>
        <p:txBody>
          <a:bodyPr/>
          <a:lstStyle/>
          <a:p>
            <a:fld id="{0FCF0B8E-C764-B441-826F-3009896208B1}" type="slidenum">
              <a:rPr lang="en-US" smtClean="0"/>
              <a:t>25</a:t>
            </a:fld>
            <a:endParaRPr lang="en-US"/>
          </a:p>
        </p:txBody>
      </p:sp>
    </p:spTree>
    <p:extLst>
      <p:ext uri="{BB962C8B-B14F-4D97-AF65-F5344CB8AC3E}">
        <p14:creationId xmlns:p14="http://schemas.microsoft.com/office/powerpoint/2010/main" val="2914491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E53FD-2A7E-7646-BE6C-5EFCB92C7CD8}"/>
              </a:ext>
            </a:extLst>
          </p:cNvPr>
          <p:cNvSpPr>
            <a:spLocks noGrp="1"/>
          </p:cNvSpPr>
          <p:nvPr>
            <p:ph type="title"/>
          </p:nvPr>
        </p:nvSpPr>
        <p:spPr/>
        <p:txBody>
          <a:bodyPr>
            <a:normAutofit fontScale="90000"/>
          </a:bodyPr>
          <a:lstStyle/>
          <a:p>
            <a:r>
              <a:rPr lang="en-US" dirty="0"/>
              <a:t>Two-way Binding</a:t>
            </a:r>
          </a:p>
        </p:txBody>
      </p:sp>
      <p:sp>
        <p:nvSpPr>
          <p:cNvPr id="3" name="Content Placeholder 2">
            <a:extLst>
              <a:ext uri="{FF2B5EF4-FFF2-40B4-BE49-F238E27FC236}">
                <a16:creationId xmlns:a16="http://schemas.microsoft.com/office/drawing/2014/main" id="{0918FD8D-FA1D-A640-A7A2-C8AED1189165}"/>
              </a:ext>
            </a:extLst>
          </p:cNvPr>
          <p:cNvSpPr>
            <a:spLocks noGrp="1"/>
          </p:cNvSpPr>
          <p:nvPr>
            <p:ph idx="1"/>
          </p:nvPr>
        </p:nvSpPr>
        <p:spPr/>
        <p:txBody>
          <a:bodyPr>
            <a:normAutofit fontScale="40000" lnSpcReduction="20000"/>
          </a:bodyPr>
          <a:lstStyle/>
          <a:p>
            <a:pPr marL="0" indent="0">
              <a:buNone/>
            </a:pPr>
            <a:r>
              <a:rPr lang="en-US" dirty="0">
                <a:solidFill>
                  <a:srgbClr val="13939F"/>
                </a:solidFill>
                <a:latin typeface="Menlo" panose="020B0609030804020204" pitchFamily="49" charset="0"/>
              </a:rPr>
              <a:t>&lt;</a:t>
            </a:r>
            <a:r>
              <a:rPr lang="en-US" dirty="0">
                <a:solidFill>
                  <a:srgbClr val="A6520C"/>
                </a:solidFill>
                <a:latin typeface="Menlo" panose="020B0609030804020204" pitchFamily="49" charset="0"/>
              </a:rPr>
              <a:t>div</a:t>
            </a:r>
            <a:r>
              <a:rPr lang="en-US" dirty="0">
                <a:solidFill>
                  <a:srgbClr val="13939F"/>
                </a:solidFill>
                <a:latin typeface="Menlo" panose="020B0609030804020204" pitchFamily="49" charset="0"/>
              </a:rPr>
              <a:t> </a:t>
            </a:r>
            <a:r>
              <a:rPr lang="en-US" dirty="0">
                <a:solidFill>
                  <a:srgbClr val="149802"/>
                </a:solidFill>
                <a:latin typeface="Menlo" panose="020B0609030804020204" pitchFamily="49" charset="0"/>
              </a:rPr>
              <a:t>id</a:t>
            </a:r>
            <a:r>
              <a:rPr lang="en-US" dirty="0">
                <a:solidFill>
                  <a:srgbClr val="13939F"/>
                </a:solidFill>
                <a:latin typeface="Menlo" panose="020B0609030804020204" pitchFamily="49" charset="0"/>
              </a:rPr>
              <a:t>=</a:t>
            </a:r>
            <a:r>
              <a:rPr lang="en-US" dirty="0">
                <a:solidFill>
                  <a:srgbClr val="9F1410"/>
                </a:solidFill>
                <a:latin typeface="Menlo" panose="020B0609030804020204" pitchFamily="49" charset="0"/>
              </a:rPr>
              <a:t>"app"</a:t>
            </a:r>
            <a:r>
              <a:rPr lang="en-US" dirty="0">
                <a:solidFill>
                  <a:srgbClr val="13939F"/>
                </a:solidFill>
                <a:latin typeface="Menlo" panose="020B0609030804020204" pitchFamily="49" charset="0"/>
              </a:rPr>
              <a:t>&gt;</a:t>
            </a:r>
            <a:endParaRPr lang="en-US" dirty="0">
              <a:solidFill>
                <a:srgbClr val="9F1410"/>
              </a:solidFill>
              <a:latin typeface="Menlo" panose="020B0609030804020204" pitchFamily="49" charset="0"/>
            </a:endParaRPr>
          </a:p>
          <a:p>
            <a:pPr marL="0" indent="0">
              <a:buNone/>
            </a:pPr>
            <a:r>
              <a:rPr lang="en-US" dirty="0">
                <a:solidFill>
                  <a:srgbClr val="3B2322"/>
                </a:solidFill>
                <a:latin typeface="Menlo" panose="020B0609030804020204" pitchFamily="49" charset="0"/>
              </a:rPr>
              <a:t>  </a:t>
            </a:r>
            <a:r>
              <a:rPr lang="en-US" dirty="0">
                <a:solidFill>
                  <a:srgbClr val="13939F"/>
                </a:solidFill>
                <a:latin typeface="Menlo" panose="020B0609030804020204" pitchFamily="49" charset="0"/>
              </a:rPr>
              <a:t>&lt;</a:t>
            </a:r>
            <a:r>
              <a:rPr lang="en-US" dirty="0">
                <a:solidFill>
                  <a:srgbClr val="A6520C"/>
                </a:solidFill>
                <a:latin typeface="Menlo" panose="020B0609030804020204" pitchFamily="49" charset="0"/>
              </a:rPr>
              <a:t>p</a:t>
            </a:r>
            <a:r>
              <a:rPr lang="en-US" dirty="0">
                <a:solidFill>
                  <a:srgbClr val="13939F"/>
                </a:solidFill>
                <a:latin typeface="Menlo" panose="020B0609030804020204" pitchFamily="49" charset="0"/>
              </a:rPr>
              <a:t>&gt;</a:t>
            </a:r>
            <a:r>
              <a:rPr lang="en-US" dirty="0">
                <a:solidFill>
                  <a:srgbClr val="3B2322"/>
                </a:solidFill>
                <a:latin typeface="Menlo" panose="020B0609030804020204" pitchFamily="49" charset="0"/>
              </a:rPr>
              <a:t>{{ message }}</a:t>
            </a:r>
            <a:r>
              <a:rPr lang="en-US" dirty="0">
                <a:solidFill>
                  <a:srgbClr val="13939F"/>
                </a:solidFill>
                <a:latin typeface="Menlo" panose="020B0609030804020204" pitchFamily="49" charset="0"/>
              </a:rPr>
              <a:t>&lt;/</a:t>
            </a:r>
            <a:r>
              <a:rPr lang="en-US" dirty="0">
                <a:solidFill>
                  <a:srgbClr val="A6520C"/>
                </a:solidFill>
                <a:latin typeface="Menlo" panose="020B0609030804020204" pitchFamily="49" charset="0"/>
              </a:rPr>
              <a:t>p</a:t>
            </a:r>
            <a:r>
              <a:rPr lang="en-US" dirty="0">
                <a:solidFill>
                  <a:srgbClr val="13939F"/>
                </a:solidFill>
                <a:latin typeface="Menlo" panose="020B0609030804020204" pitchFamily="49" charset="0"/>
              </a:rPr>
              <a:t>&gt;</a:t>
            </a:r>
            <a:endParaRPr lang="en-US" dirty="0">
              <a:solidFill>
                <a:srgbClr val="3B2322"/>
              </a:solidFill>
              <a:latin typeface="Menlo" panose="020B0609030804020204" pitchFamily="49" charset="0"/>
            </a:endParaRPr>
          </a:p>
          <a:p>
            <a:pPr marL="0" indent="0">
              <a:buNone/>
            </a:pPr>
            <a:r>
              <a:rPr lang="en-US" dirty="0">
                <a:solidFill>
                  <a:srgbClr val="3B2322"/>
                </a:solidFill>
                <a:latin typeface="Menlo" panose="020B0609030804020204" pitchFamily="49" charset="0"/>
              </a:rPr>
              <a:t>  </a:t>
            </a:r>
            <a:r>
              <a:rPr lang="en-US" dirty="0">
                <a:solidFill>
                  <a:srgbClr val="13939F"/>
                </a:solidFill>
                <a:latin typeface="Menlo" panose="020B0609030804020204" pitchFamily="49" charset="0"/>
              </a:rPr>
              <a:t>&lt;</a:t>
            </a:r>
            <a:r>
              <a:rPr lang="en-US" dirty="0">
                <a:solidFill>
                  <a:srgbClr val="A6520C"/>
                </a:solidFill>
                <a:latin typeface="Menlo" panose="020B0609030804020204" pitchFamily="49" charset="0"/>
              </a:rPr>
              <a:t>input</a:t>
            </a:r>
            <a:r>
              <a:rPr lang="en-US" dirty="0">
                <a:solidFill>
                  <a:srgbClr val="13939F"/>
                </a:solidFill>
                <a:latin typeface="Menlo" panose="020B0609030804020204" pitchFamily="49" charset="0"/>
              </a:rPr>
              <a:t> v-model=</a:t>
            </a:r>
            <a:r>
              <a:rPr lang="en-US" dirty="0">
                <a:solidFill>
                  <a:srgbClr val="9F1410"/>
                </a:solidFill>
                <a:latin typeface="Menlo" panose="020B0609030804020204" pitchFamily="49" charset="0"/>
              </a:rPr>
              <a:t>"message"</a:t>
            </a:r>
            <a:r>
              <a:rPr lang="en-US" dirty="0">
                <a:solidFill>
                  <a:srgbClr val="13939F"/>
                </a:solidFill>
                <a:latin typeface="Menlo" panose="020B0609030804020204" pitchFamily="49" charset="0"/>
              </a:rPr>
              <a:t>&gt;</a:t>
            </a:r>
          </a:p>
          <a:p>
            <a:pPr marL="0" indent="0">
              <a:buNone/>
            </a:pPr>
            <a:r>
              <a:rPr lang="en-US" dirty="0">
                <a:solidFill>
                  <a:srgbClr val="13939F"/>
                </a:solidFill>
                <a:latin typeface="Menlo" panose="020B0609030804020204" pitchFamily="49" charset="0"/>
              </a:rPr>
              <a:t>&lt;/</a:t>
            </a:r>
            <a:r>
              <a:rPr lang="en-US" dirty="0">
                <a:solidFill>
                  <a:srgbClr val="A6520C"/>
                </a:solidFill>
                <a:latin typeface="Menlo" panose="020B0609030804020204" pitchFamily="49" charset="0"/>
              </a:rPr>
              <a:t>div</a:t>
            </a:r>
            <a:r>
              <a:rPr lang="en-US" dirty="0">
                <a:solidFill>
                  <a:srgbClr val="13939F"/>
                </a:solidFill>
                <a:latin typeface="Menlo" panose="020B0609030804020204" pitchFamily="49" charset="0"/>
              </a:rPr>
              <a:t>&gt;</a:t>
            </a:r>
            <a:endParaRPr lang="en-US" dirty="0">
              <a:solidFill>
                <a:srgbClr val="A6520C"/>
              </a:solidFill>
              <a:latin typeface="Menlo" panose="020B0609030804020204" pitchFamily="49" charset="0"/>
            </a:endParaRPr>
          </a:p>
          <a:p>
            <a:pPr marL="0" indent="0">
              <a:buNone/>
            </a:pPr>
            <a:br>
              <a:rPr lang="en-US" dirty="0">
                <a:solidFill>
                  <a:srgbClr val="3B2322"/>
                </a:solidFill>
                <a:latin typeface="Menlo" panose="020B0609030804020204" pitchFamily="49" charset="0"/>
              </a:rPr>
            </a:br>
            <a:endParaRPr lang="en-US" dirty="0">
              <a:solidFill>
                <a:srgbClr val="3B2322"/>
              </a:solidFill>
              <a:latin typeface="Menlo" panose="020B0609030804020204" pitchFamily="49" charset="0"/>
            </a:endParaRPr>
          </a:p>
          <a:p>
            <a:pPr marL="0" indent="0">
              <a:buNone/>
            </a:pPr>
            <a:r>
              <a:rPr lang="en-US" dirty="0">
                <a:solidFill>
                  <a:srgbClr val="13939F"/>
                </a:solidFill>
                <a:latin typeface="Menlo" panose="020B0609030804020204" pitchFamily="49" charset="0"/>
              </a:rPr>
              <a:t>&lt;</a:t>
            </a:r>
            <a:r>
              <a:rPr lang="en-US" dirty="0">
                <a:solidFill>
                  <a:srgbClr val="A6520C"/>
                </a:solidFill>
                <a:latin typeface="Menlo" panose="020B0609030804020204" pitchFamily="49" charset="0"/>
              </a:rPr>
              <a:t>script</a:t>
            </a:r>
            <a:r>
              <a:rPr lang="en-US" dirty="0">
                <a:solidFill>
                  <a:srgbClr val="13939F"/>
                </a:solidFill>
                <a:latin typeface="Menlo" panose="020B0609030804020204" pitchFamily="49" charset="0"/>
              </a:rPr>
              <a:t>&gt;</a:t>
            </a:r>
            <a:r>
              <a:rPr lang="en-US" dirty="0">
                <a:solidFill>
                  <a:srgbClr val="3B2322"/>
                </a:solidFill>
                <a:latin typeface="Menlo" panose="020B0609030804020204" pitchFamily="49" charset="0"/>
              </a:rPr>
              <a:t> </a:t>
            </a:r>
            <a:endParaRPr lang="en-US" dirty="0">
              <a:solidFill>
                <a:srgbClr val="A6520C"/>
              </a:solidFill>
              <a:latin typeface="Menlo" panose="020B0609030804020204" pitchFamily="49" charset="0"/>
            </a:endParaRPr>
          </a:p>
          <a:p>
            <a:pPr marL="0" indent="0">
              <a:buNone/>
            </a:pPr>
            <a:r>
              <a:rPr lang="en-US" dirty="0" err="1">
                <a:solidFill>
                  <a:srgbClr val="13939F"/>
                </a:solidFill>
                <a:latin typeface="Menlo" panose="020B0609030804020204" pitchFamily="49" charset="0"/>
              </a:rPr>
              <a:t>var</a:t>
            </a:r>
            <a:r>
              <a:rPr lang="en-US" dirty="0">
                <a:solidFill>
                  <a:srgbClr val="B000B2"/>
                </a:solidFill>
                <a:latin typeface="Menlo" panose="020B0609030804020204" pitchFamily="49" charset="0"/>
              </a:rPr>
              <a:t> app = </a:t>
            </a:r>
            <a:r>
              <a:rPr lang="en-US" dirty="0">
                <a:solidFill>
                  <a:srgbClr val="A6520C"/>
                </a:solidFill>
                <a:latin typeface="Menlo" panose="020B0609030804020204" pitchFamily="49" charset="0"/>
              </a:rPr>
              <a:t>new</a:t>
            </a:r>
            <a:r>
              <a:rPr lang="en-US" dirty="0">
                <a:solidFill>
                  <a:srgbClr val="B000B2"/>
                </a:solidFill>
                <a:latin typeface="Menlo" panose="020B0609030804020204" pitchFamily="49" charset="0"/>
              </a:rPr>
              <a:t> </a:t>
            </a:r>
            <a:r>
              <a:rPr lang="en-US" dirty="0" err="1">
                <a:solidFill>
                  <a:srgbClr val="B000B2"/>
                </a:solidFill>
                <a:latin typeface="Menlo" panose="020B0609030804020204" pitchFamily="49" charset="0"/>
              </a:rPr>
              <a:t>Vue</a:t>
            </a:r>
            <a:r>
              <a:rPr lang="en-US" dirty="0">
                <a:solidFill>
                  <a:srgbClr val="3B2322"/>
                </a:solidFill>
                <a:latin typeface="Menlo" panose="020B0609030804020204" pitchFamily="49" charset="0"/>
              </a:rPr>
              <a:t>(</a:t>
            </a:r>
            <a:r>
              <a:rPr lang="en-US" dirty="0">
                <a:solidFill>
                  <a:srgbClr val="13939F"/>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B000B2"/>
                </a:solidFill>
                <a:latin typeface="Menlo" panose="020B0609030804020204" pitchFamily="49" charset="0"/>
              </a:rPr>
              <a:t>  el: </a:t>
            </a:r>
            <a:r>
              <a:rPr lang="en-US" dirty="0">
                <a:solidFill>
                  <a:srgbClr val="9F1410"/>
                </a:solidFill>
                <a:latin typeface="Menlo" panose="020B0609030804020204" pitchFamily="49" charset="0"/>
              </a:rPr>
              <a:t>'#app'</a:t>
            </a:r>
            <a:r>
              <a:rPr lang="en-US" dirty="0">
                <a:solidFill>
                  <a:srgbClr val="B000B2"/>
                </a:solidFill>
                <a:latin typeface="Menlo" panose="020B0609030804020204" pitchFamily="49" charset="0"/>
              </a:rPr>
              <a:t>,</a:t>
            </a:r>
          </a:p>
          <a:p>
            <a:pPr marL="0" indent="0">
              <a:buNone/>
            </a:pPr>
            <a:r>
              <a:rPr lang="en-US" dirty="0">
                <a:solidFill>
                  <a:srgbClr val="B000B2"/>
                </a:solidFill>
                <a:latin typeface="Menlo" panose="020B0609030804020204" pitchFamily="49" charset="0"/>
              </a:rPr>
              <a:t>  data: </a:t>
            </a:r>
            <a:r>
              <a:rPr lang="en-US" dirty="0">
                <a:solidFill>
                  <a:srgbClr val="1396A3"/>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B000B2"/>
                </a:solidFill>
                <a:latin typeface="Menlo" panose="020B0609030804020204" pitchFamily="49" charset="0"/>
              </a:rPr>
              <a:t>    message: </a:t>
            </a:r>
            <a:r>
              <a:rPr lang="en-US" dirty="0">
                <a:solidFill>
                  <a:srgbClr val="9F1410"/>
                </a:solidFill>
                <a:latin typeface="Menlo" panose="020B0609030804020204" pitchFamily="49" charset="0"/>
              </a:rPr>
              <a:t>'Hello </a:t>
            </a:r>
            <a:r>
              <a:rPr lang="en-US" dirty="0" err="1">
                <a:solidFill>
                  <a:srgbClr val="9F1410"/>
                </a:solidFill>
                <a:latin typeface="Menlo" panose="020B0609030804020204" pitchFamily="49" charset="0"/>
              </a:rPr>
              <a:t>Vue</a:t>
            </a:r>
            <a:r>
              <a:rPr lang="en-US" dirty="0">
                <a:solidFill>
                  <a:srgbClr val="9F1410"/>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B000B2"/>
                </a:solidFill>
                <a:latin typeface="Menlo" panose="020B0609030804020204" pitchFamily="49" charset="0"/>
              </a:rPr>
              <a:t>  </a:t>
            </a:r>
            <a:r>
              <a:rPr lang="en-US" dirty="0">
                <a:solidFill>
                  <a:srgbClr val="1396A3"/>
                </a:solidFill>
                <a:latin typeface="Menlo" panose="020B0609030804020204" pitchFamily="49" charset="0"/>
              </a:rPr>
              <a:t>}</a:t>
            </a:r>
            <a:endParaRPr lang="en-US" dirty="0">
              <a:solidFill>
                <a:srgbClr val="B000B2"/>
              </a:solidFill>
              <a:latin typeface="Menlo" panose="020B0609030804020204" pitchFamily="49" charset="0"/>
            </a:endParaRPr>
          </a:p>
          <a:p>
            <a:pPr marL="0" indent="0">
              <a:buNone/>
            </a:pPr>
            <a:r>
              <a:rPr lang="en-US" dirty="0">
                <a:solidFill>
                  <a:srgbClr val="13939F"/>
                </a:solidFill>
                <a:latin typeface="Menlo" panose="020B0609030804020204" pitchFamily="49" charset="0"/>
              </a:rPr>
              <a:t>}</a:t>
            </a:r>
            <a:r>
              <a:rPr lang="en-US" dirty="0">
                <a:solidFill>
                  <a:srgbClr val="3B2322"/>
                </a:solidFill>
                <a:latin typeface="Menlo" panose="020B0609030804020204" pitchFamily="49" charset="0"/>
              </a:rPr>
              <a:t>)</a:t>
            </a:r>
          </a:p>
          <a:p>
            <a:pPr marL="0" indent="0">
              <a:buNone/>
            </a:pPr>
            <a:r>
              <a:rPr lang="en-US" dirty="0">
                <a:solidFill>
                  <a:srgbClr val="13939F"/>
                </a:solidFill>
                <a:latin typeface="Menlo" panose="020B0609030804020204" pitchFamily="49" charset="0"/>
              </a:rPr>
              <a:t>&lt;/</a:t>
            </a:r>
            <a:r>
              <a:rPr lang="en-US" dirty="0">
                <a:solidFill>
                  <a:srgbClr val="A6520C"/>
                </a:solidFill>
                <a:latin typeface="Menlo" panose="020B0609030804020204" pitchFamily="49" charset="0"/>
              </a:rPr>
              <a:t>script</a:t>
            </a:r>
            <a:r>
              <a:rPr lang="en-US" dirty="0">
                <a:solidFill>
                  <a:srgbClr val="13939F"/>
                </a:solidFill>
                <a:latin typeface="Menlo" panose="020B0609030804020204" pitchFamily="49" charset="0"/>
              </a:rPr>
              <a:t>&gt;</a:t>
            </a:r>
            <a:endParaRPr lang="en-US" dirty="0">
              <a:solidFill>
                <a:srgbClr val="A6520C"/>
              </a:solidFill>
              <a:latin typeface="Menlo" panose="020B0609030804020204" pitchFamily="49" charset="0"/>
            </a:endParaRPr>
          </a:p>
        </p:txBody>
      </p:sp>
      <p:sp>
        <p:nvSpPr>
          <p:cNvPr id="4" name="Date Placeholder 3">
            <a:extLst>
              <a:ext uri="{FF2B5EF4-FFF2-40B4-BE49-F238E27FC236}">
                <a16:creationId xmlns:a16="http://schemas.microsoft.com/office/drawing/2014/main" id="{0432890C-1931-C24A-A650-6296627994B6}"/>
              </a:ext>
            </a:extLst>
          </p:cNvPr>
          <p:cNvSpPr>
            <a:spLocks noGrp="1"/>
          </p:cNvSpPr>
          <p:nvPr>
            <p:ph type="dt" sz="half" idx="10"/>
          </p:nvPr>
        </p:nvSpPr>
        <p:spPr/>
        <p:txBody>
          <a:bodyPr/>
          <a:lstStyle/>
          <a:p>
            <a:r>
              <a:rPr lang="en-US"/>
              <a:t>11/27/18</a:t>
            </a:r>
          </a:p>
        </p:txBody>
      </p:sp>
      <p:sp>
        <p:nvSpPr>
          <p:cNvPr id="5" name="Footer Placeholder 4">
            <a:extLst>
              <a:ext uri="{FF2B5EF4-FFF2-40B4-BE49-F238E27FC236}">
                <a16:creationId xmlns:a16="http://schemas.microsoft.com/office/drawing/2014/main" id="{75379B7D-DC6D-2A45-8914-FEAAE86623E6}"/>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FE0853E5-70F6-8C44-AA2A-BAAE67D77CEF}"/>
              </a:ext>
            </a:extLst>
          </p:cNvPr>
          <p:cNvSpPr>
            <a:spLocks noGrp="1"/>
          </p:cNvSpPr>
          <p:nvPr>
            <p:ph type="sldNum" sz="quarter" idx="12"/>
          </p:nvPr>
        </p:nvSpPr>
        <p:spPr/>
        <p:txBody>
          <a:bodyPr/>
          <a:lstStyle/>
          <a:p>
            <a:fld id="{0FCF0B8E-C764-B441-826F-3009896208B1}" type="slidenum">
              <a:rPr lang="en-US" smtClean="0"/>
              <a:t>26</a:t>
            </a:fld>
            <a:endParaRPr lang="en-US"/>
          </a:p>
        </p:txBody>
      </p:sp>
    </p:spTree>
    <p:extLst>
      <p:ext uri="{BB962C8B-B14F-4D97-AF65-F5344CB8AC3E}">
        <p14:creationId xmlns:p14="http://schemas.microsoft.com/office/powerpoint/2010/main" val="171678292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MSU Denver 16x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hapter01.pptx" id="{85C1B3FA-0721-D54A-A73A-184B6A338229}" vid="{92464662-74CA-944C-95EE-729496A6E2D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Master</Template>
  <TotalTime>167</TotalTime>
  <Words>1310</Words>
  <Application>Microsoft Macintosh PowerPoint</Application>
  <PresentationFormat>On-screen Show (16:9)</PresentationFormat>
  <Paragraphs>242</Paragraphs>
  <Slides>26</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Menlo</vt:lpstr>
      <vt:lpstr>MSU Denver 16x9</vt:lpstr>
      <vt:lpstr>Good Vue</vt:lpstr>
      <vt:lpstr>Model View Presenter</vt:lpstr>
      <vt:lpstr>Wikipedia</vt:lpstr>
      <vt:lpstr>Wikipedia</vt:lpstr>
      <vt:lpstr>Model View ViewModel</vt:lpstr>
      <vt:lpstr>MVVM</vt:lpstr>
      <vt:lpstr>MVVM</vt:lpstr>
      <vt:lpstr>MVVM</vt:lpstr>
      <vt:lpstr>PowerPoint Presentation</vt:lpstr>
      <vt:lpstr>Vue</vt:lpstr>
      <vt:lpstr>Progressive Web Applications (PWAs)</vt:lpstr>
      <vt:lpstr>PWA Characteristics</vt:lpstr>
      <vt:lpstr>PWA Characteristics</vt:lpstr>
      <vt:lpstr>PWA Characteristics</vt:lpstr>
      <vt:lpstr>PWA Characteristics</vt:lpstr>
      <vt:lpstr>Basics</vt:lpstr>
      <vt:lpstr>Reactive</vt:lpstr>
      <vt:lpstr>Reactive</vt:lpstr>
      <vt:lpstr>Binding</vt:lpstr>
      <vt:lpstr>Binding</vt:lpstr>
      <vt:lpstr>Conditional</vt:lpstr>
      <vt:lpstr>Loops</vt:lpstr>
      <vt:lpstr>Loops</vt:lpstr>
      <vt:lpstr>Button</vt:lpstr>
      <vt:lpstr>Button</vt:lpstr>
      <vt:lpstr>Two-way Binding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Steven Beaty</dc:creator>
  <cp:lastModifiedBy>Steve Beaty</cp:lastModifiedBy>
  <cp:revision>18</cp:revision>
  <dcterms:created xsi:type="dcterms:W3CDTF">2018-11-27T14:55:10Z</dcterms:created>
  <dcterms:modified xsi:type="dcterms:W3CDTF">2026-09-29T21:36:19Z</dcterms:modified>
</cp:coreProperties>
</file>