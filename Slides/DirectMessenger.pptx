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3"/>
    <p:restoredTop sz="94570"/>
  </p:normalViewPr>
  <p:slideViewPr>
    <p:cSldViewPr snapToGrid="0">
      <p:cViewPr varScale="1">
        <p:scale>
          <a:sx n="108" d="100"/>
          <a:sy n="108" d="100"/>
        </p:scale>
        <p:origin x="2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A4D88-7C19-9749-8F05-3BE5A1914FC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0F6913-7F3F-C142-B506-2DB09397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09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40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7" y="2983612"/>
            <a:ext cx="7609479" cy="1009561"/>
          </a:xfrm>
          <a:prstGeom prst="roundRect">
            <a:avLst>
              <a:gd name="adj" fmla="val 37895"/>
            </a:avLst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409C91-6E3E-5409-2F44-4E770C50190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7E0C318-02EC-014C-860F-A9AC42ED13B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118C6-B924-AA1F-AEFC-17607998D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93608-8881-8010-4D06-440F9FBB6B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34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39033B-5031-2DE5-AF8A-E269BDEE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5D051-92DA-884F-ABE4-C05D35677E56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CC0AD20-1FAB-5697-725E-A23B4E11A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NumberWithTotal">
            <a:extLst>
              <a:ext uri="{FF2B5EF4-FFF2-40B4-BE49-F238E27FC236}">
                <a16:creationId xmlns:a16="http://schemas.microsoft.com/office/drawing/2014/main" id="{C85ADDAF-31A4-85DD-32A3-DD43B60F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12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EEF9C46-CD18-5177-41DC-5A44F050B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14743-1024-9842-BA7A-4AC9FC8D6A6E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6447FE1-5C78-6FAD-D883-46A9B247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EAED22-447D-B036-C934-3337B57F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872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8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19512-769A-1A2D-AE4B-615827F538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98C7F1A-E086-274F-838C-662E05C91877}" type="datetime1">
              <a:rPr lang="en-US" smtClean="0"/>
              <a:t>10/8/26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8537417-0F7B-4AB8-2913-FC8911CF4DF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508543-3E8A-F349-1E14-7A34163E0A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94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06052" y="6308727"/>
            <a:ext cx="1169155" cy="485424"/>
          </a:xfrm>
          <a:prstGeom prst="rect">
            <a:avLst/>
          </a:prstGeom>
        </p:spPr>
        <p:txBody>
          <a:bodyPr/>
          <a:lstStyle/>
          <a:p>
            <a:fld id="{0F1565F3-FCAD-6B4B-866B-E8A79F556F54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3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2DC31-8A1B-D6EF-9DCB-F3174861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9067AE-3DD2-9D46-8CCD-058DBA7B0BA6}" type="datetime1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733F8A-5589-31C8-DB78-246D75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200DB-D3DA-2D0A-8CD3-6E48E32F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24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87D0D-A6BE-50D0-4804-465FF9AE0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A9769-B7C0-3F4A-A694-069D5F6EC463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4343B0-C3EA-68AB-7293-4C580E1E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8496D9-0557-9109-1A11-35D97D8FD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203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oundRect">
            <a:avLst>
              <a:gd name="adj" fmla="val 44167"/>
            </a:avLst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ound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9" y="6308727"/>
            <a:ext cx="7945363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4686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C4E492-0BB0-1D41-A747-6FED65FF6BF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7"/>
            <a:ext cx="1169155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2F7D9BE9-AD84-8B4B-AF2B-708E7F6FD978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SlideTotal">
            <a:extLst>
              <a:ext uri="{FF2B5EF4-FFF2-40B4-BE49-F238E27FC236}">
                <a16:creationId xmlns:a16="http://schemas.microsoft.com/office/drawing/2014/main" id="{B74D5B4B-3C60-FF6A-4438-A067B7DE7333}"/>
              </a:ext>
            </a:extLst>
          </p:cNvPr>
          <p:cNvSpPr txBox="1">
            <a:spLocks/>
          </p:cNvSpPr>
          <p:nvPr/>
        </p:nvSpPr>
        <p:spPr>
          <a:xfrm>
            <a:off x="10702624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/>
              <a:t>4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49457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/>
  <p:txStyles>
    <p:titleStyle>
      <a:lvl1pPr algn="ctr" defTabSz="60955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66" indent="-457166" algn="l" defTabSz="60955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26" indent="-380973" algn="l" defTabSz="60955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85" indent="-304776" algn="l" defTabSz="60955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40" indent="-304776" algn="l" defTabSz="60955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2994" indent="-304776" algn="l" defTabSz="60955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6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0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6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B870-A4FB-70F8-4C47-0FA53AF4D3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Direct Messaging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5DA2A-61AC-8F3F-2A20-3DF6E1CC7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37D417-22DD-7605-E7F9-1D751CCA7FA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85B23BBE-B83A-9F4F-8DCB-E5FDDBBC048A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F9192-E591-4C79-C02E-D3243A48860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2C517-2B7F-1ECD-9E5F-CBF20B0050E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40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AFDCFB-E0DE-8DED-E1BF-23FAD898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3BD14-BAFF-3124-921A-6CD43630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>
                <a:effectLst/>
                <a:latin typeface="Courier New" panose="02070309020205020404" pitchFamily="49" charset="0"/>
                <a:ea typeface="Calibri" panose="020F0502020204030204" pitchFamily="34" charset="0"/>
              </a:rPr>
              <a:t>rails generate scaffold Message </a:t>
            </a:r>
            <a:r>
              <a:rPr lang="en-US" sz="2800" b="1" dirty="0" err="1">
                <a:effectLst/>
                <a:latin typeface="Courier New" panose="02070309020205020404" pitchFamily="49" charset="0"/>
                <a:ea typeface="Calibri" panose="020F0502020204030204" pitchFamily="34" charset="0"/>
              </a:rPr>
              <a:t>message:string</a:t>
            </a:r>
            <a:r>
              <a:rPr lang="en-US" dirty="0">
                <a:effectLst/>
              </a:rPr>
              <a:t> 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30FA34-969E-7A24-2A84-E1B8D2D3C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D7AA3-6C39-2A46-B1BA-7584BE2BE0C8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01D3E-1E7F-D8CE-723F-BF071A5A0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F1EF3-D4DA-9C77-D9F9-49FC5B93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498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1B9C04-1A63-1AEF-FC77-C8D40875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1FC22-BF3A-3465-33EA-418921AD5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algn="just">
              <a:lnSpc>
                <a:spcPct val="115000"/>
              </a:lnSpc>
              <a:spcBef>
                <a:spcPts val="500"/>
              </a:spcBef>
              <a:buNone/>
            </a:pPr>
            <a:r>
              <a:rPr lang="en-US" sz="1400" b="1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# app/models/</a:t>
            </a:r>
            <a:r>
              <a:rPr lang="en-US" sz="1400" b="1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message.rb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class Message &lt;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ApplicationRecord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after_create_commit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{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broadcast_append_to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"messages" }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after_update_commit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{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broadcast_update_to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"messages" }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after_destroy_commit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{ </a:t>
            </a:r>
            <a:r>
              <a:rPr lang="en-US" sz="1400" dirty="0" err="1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broadcast_remove_to</a:t>
            </a: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"messages" }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sz="1400" dirty="0"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end</a:t>
            </a:r>
            <a:endParaRPr lang="en-US" sz="1400" dirty="0">
              <a:effectLst/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endParaRPr lang="en-US" sz="140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58F79-BB1F-B118-3FE6-3A1554114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F23A4-6E8E-5947-B229-F1E7D1EE3DDE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A2F4B-1C66-9EEA-98D6-D833ABC94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77F77-9377-07E2-F020-11D2E7FC9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86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FC6994-DC2A-E0B9-D822-7D0BB858D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394DD-8EF8-7CD9-09DE-253661A13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marR="0" algn="just">
              <a:lnSpc>
                <a:spcPct val="115000"/>
              </a:lnSpc>
              <a:buNone/>
            </a:pPr>
            <a:r>
              <a:rPr lang="en-US" b="1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# app/views/messages/</a:t>
            </a:r>
            <a:r>
              <a:rPr lang="en-US" b="1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index.html.erb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&lt;p style="color: green"&gt;&lt;%= notice %&gt;&lt;/p&gt;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&lt;h1&gt;Messages&lt;/h1&gt;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&lt;%= </a:t>
            </a:r>
            <a:r>
              <a:rPr lang="en-US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turbo_stream_from</a:t>
            </a: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"messages"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&lt;div id="messages"&gt;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&lt;% @</a:t>
            </a:r>
            <a:r>
              <a:rPr lang="en-US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messages.each</a:t>
            </a: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do |message|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&lt;%= render message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&lt;p&gt;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  &lt;%= </a:t>
            </a:r>
            <a:r>
              <a:rPr lang="en-US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link_to</a:t>
            </a: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"Show this message", message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&lt;/p&gt;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&lt;% end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&lt;/div&gt;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pPr marL="0" marR="0"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&lt;%= </a:t>
            </a:r>
            <a:r>
              <a:rPr lang="en-US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link_to</a:t>
            </a: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"New message", </a:t>
            </a:r>
            <a:r>
              <a:rPr lang="en-US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new_message_path</a:t>
            </a:r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%&gt;</a:t>
            </a:r>
            <a:endParaRPr lang="en-US" dirty="0">
              <a:latin typeface="Courier New" panose="02070309020205020404" pitchFamily="49" charset="0"/>
              <a:ea typeface="Calibri" panose="020F0502020204030204" pitchFamily="34" charset="0"/>
            </a:endParaRP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38A557-97CD-08A2-EDDE-F94639B6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9F2CC-1EEB-3B43-A8A1-0B1A11A69745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2C937-6343-5068-F166-63BAABB00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E20D0-1CA2-3193-C037-9527B67C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4E492-0BB0-1D41-A747-6FED65FF6B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85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9DA9736E-330F-4D40-A0AF-1CC780C29072}" vid="{881790AE-4280-6941-9F6C-19A6C408C4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3998</TotalTime>
  <Words>210</Words>
  <Application>Microsoft Macintosh PowerPoint</Application>
  <PresentationFormat>Widescreen</PresentationFormat>
  <Paragraphs>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Courier New</vt:lpstr>
      <vt:lpstr>Menlo</vt:lpstr>
      <vt:lpstr>MSU Denver 16x9</vt:lpstr>
      <vt:lpstr>Direct Messaging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3</cp:revision>
  <dcterms:created xsi:type="dcterms:W3CDTF">2025-10-02T19:43:02Z</dcterms:created>
  <dcterms:modified xsi:type="dcterms:W3CDTF">2026-10-08T20:09:12Z</dcterms:modified>
</cp:coreProperties>
</file>