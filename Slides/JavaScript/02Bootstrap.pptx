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Lst>
  <p:notesMasterIdLst>
    <p:notesMasterId r:id="rId32"/>
  </p:notesMasterIdLst>
  <p:handoutMasterIdLst>
    <p:handoutMasterId r:id="rId33"/>
  </p:handoutMasterIdLst>
  <p:sldIdLst>
    <p:sldId id="256" r:id="rId2"/>
    <p:sldId id="257" r:id="rId3"/>
    <p:sldId id="258" r:id="rId4"/>
    <p:sldId id="259" r:id="rId5"/>
    <p:sldId id="285"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63"/>
  </p:normalViewPr>
  <p:slideViewPr>
    <p:cSldViewPr snapToGrid="0" snapToObjects="1">
      <p:cViewPr varScale="1">
        <p:scale>
          <a:sx n="156" d="100"/>
          <a:sy n="156" d="100"/>
        </p:scale>
        <p:origin x="360" y="17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0509C7-286A-BE42-9619-6609A59BDAB6}" type="datetimeFigureOut">
              <a:rPr lang="en-US" smtClean="0"/>
              <a:t>10/28/20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4633AC6-C0C3-B241-B7E9-7461ECE5EE0F}" type="slidenum">
              <a:rPr lang="en-US" smtClean="0"/>
              <a:t>‹#›</a:t>
            </a:fld>
            <a:endParaRPr lang="en-US"/>
          </a:p>
        </p:txBody>
      </p:sp>
    </p:spTree>
    <p:extLst>
      <p:ext uri="{BB962C8B-B14F-4D97-AF65-F5344CB8AC3E}">
        <p14:creationId xmlns:p14="http://schemas.microsoft.com/office/powerpoint/2010/main" val="1060642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929D55-DE72-9343-9873-EF6F53B17BCB}" type="datetimeFigureOut">
              <a:rPr lang="en-US" smtClean="0"/>
              <a:t>10/28/20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207626-CA8E-AE46-8C74-42FF0CA9AB71}" type="slidenum">
              <a:rPr lang="en-US" smtClean="0"/>
              <a:t>‹#›</a:t>
            </a:fld>
            <a:endParaRPr lang="en-US"/>
          </a:p>
        </p:txBody>
      </p:sp>
    </p:spTree>
    <p:extLst>
      <p:ext uri="{BB962C8B-B14F-4D97-AF65-F5344CB8AC3E}">
        <p14:creationId xmlns:p14="http://schemas.microsoft.com/office/powerpoint/2010/main" val="225484091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207626-CA8E-AE46-8C74-42FF0CA9AB71}" type="slidenum">
              <a:rPr lang="en-US" smtClean="0"/>
              <a:t>6</a:t>
            </a:fld>
            <a:endParaRPr lang="en-US"/>
          </a:p>
        </p:txBody>
      </p:sp>
    </p:spTree>
    <p:extLst>
      <p:ext uri="{BB962C8B-B14F-4D97-AF65-F5344CB8AC3E}">
        <p14:creationId xmlns:p14="http://schemas.microsoft.com/office/powerpoint/2010/main" val="1959516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https://</a:t>
            </a:r>
            <a:r>
              <a:rPr lang="en-US" dirty="0" err="1"/>
              <a:t>en.wikipedia.org</a:t>
            </a:r>
            <a:r>
              <a:rPr lang="en-US" dirty="0"/>
              <a:t>/wiki/LESS_%28stylesheet_language%29</a:t>
            </a:r>
          </a:p>
          <a:p>
            <a:endParaRPr lang="en-US" dirty="0"/>
          </a:p>
        </p:txBody>
      </p:sp>
      <p:sp>
        <p:nvSpPr>
          <p:cNvPr id="4" name="Slide Number Placeholder 3"/>
          <p:cNvSpPr>
            <a:spLocks noGrp="1"/>
          </p:cNvSpPr>
          <p:nvPr>
            <p:ph type="sldNum" sz="quarter" idx="10"/>
          </p:nvPr>
        </p:nvSpPr>
        <p:spPr/>
        <p:txBody>
          <a:bodyPr/>
          <a:lstStyle/>
          <a:p>
            <a:fld id="{98207626-CA8E-AE46-8C74-42FF0CA9AB71}" type="slidenum">
              <a:rPr lang="en-US" smtClean="0"/>
              <a:t>7</a:t>
            </a:fld>
            <a:endParaRPr lang="en-US"/>
          </a:p>
        </p:txBody>
      </p:sp>
    </p:spTree>
    <p:extLst>
      <p:ext uri="{BB962C8B-B14F-4D97-AF65-F5344CB8AC3E}">
        <p14:creationId xmlns:p14="http://schemas.microsoft.com/office/powerpoint/2010/main" val="3701108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http://www.w3schools.com/bootstrap/</a:t>
            </a:r>
          </a:p>
        </p:txBody>
      </p:sp>
      <p:sp>
        <p:nvSpPr>
          <p:cNvPr id="4" name="Slide Number Placeholder 3"/>
          <p:cNvSpPr>
            <a:spLocks noGrp="1"/>
          </p:cNvSpPr>
          <p:nvPr>
            <p:ph type="sldNum" sz="quarter" idx="10"/>
          </p:nvPr>
        </p:nvSpPr>
        <p:spPr/>
        <p:txBody>
          <a:bodyPr/>
          <a:lstStyle/>
          <a:p>
            <a:fld id="{98207626-CA8E-AE46-8C74-42FF0CA9AB71}" type="slidenum">
              <a:rPr lang="en-US" smtClean="0"/>
              <a:t>9</a:t>
            </a:fld>
            <a:endParaRPr lang="en-US"/>
          </a:p>
        </p:txBody>
      </p:sp>
    </p:spTree>
    <p:extLst>
      <p:ext uri="{BB962C8B-B14F-4D97-AF65-F5344CB8AC3E}">
        <p14:creationId xmlns:p14="http://schemas.microsoft.com/office/powerpoint/2010/main" val="40195278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6E215B-1766-5A42-B585-EB58B32627F3}"/>
              </a:ext>
            </a:extLst>
          </p:cNvPr>
          <p:cNvPicPr>
            <a:picLocks noChangeAspect="1"/>
          </p:cNvPicPr>
          <p:nvPr/>
        </p:nvPicPr>
        <p:blipFill>
          <a:blip r:embed="rId2"/>
          <a:stretch>
            <a:fillRect/>
          </a:stretch>
        </p:blipFill>
        <p:spPr>
          <a:xfrm>
            <a:off x="0" y="5334"/>
            <a:ext cx="9144000" cy="5132832"/>
          </a:xfrm>
          <a:prstGeom prst="rect">
            <a:avLst/>
          </a:prstGeom>
        </p:spPr>
      </p:pic>
      <p:sp>
        <p:nvSpPr>
          <p:cNvPr id="9" name="Title 1"/>
          <p:cNvSpPr>
            <a:spLocks noGrp="1"/>
          </p:cNvSpPr>
          <p:nvPr>
            <p:ph type="ctrTitle"/>
          </p:nvPr>
        </p:nvSpPr>
        <p:spPr>
          <a:xfrm>
            <a:off x="685800" y="794203"/>
            <a:ext cx="7772400" cy="1102519"/>
          </a:xfrm>
        </p:spPr>
        <p:txBody>
          <a:bodyPr/>
          <a:lstStyle>
            <a:lvl1pPr>
              <a:defRPr>
                <a:solidFill>
                  <a:schemeClr val="bg1"/>
                </a:solidFill>
              </a:defRPr>
            </a:lvl1pPr>
          </a:lstStyle>
          <a:p>
            <a:r>
              <a:rPr lang="en-US">
                <a:solidFill>
                  <a:schemeClr val="bg1"/>
                </a:solidFill>
              </a:rPr>
              <a:t>Click to edit Master title style</a:t>
            </a:r>
            <a:endParaRPr lang="en-US" dirty="0">
              <a:solidFill>
                <a:schemeClr val="bg1"/>
              </a:solidFill>
            </a:endParaRPr>
          </a:p>
        </p:txBody>
      </p:sp>
      <p:sp>
        <p:nvSpPr>
          <p:cNvPr id="3" name="Text Placeholder 2"/>
          <p:cNvSpPr>
            <a:spLocks noGrp="1"/>
          </p:cNvSpPr>
          <p:nvPr>
            <p:ph type="body" sz="quarter" idx="10" hasCustomPrompt="1"/>
          </p:nvPr>
        </p:nvSpPr>
        <p:spPr>
          <a:xfrm>
            <a:off x="1710889" y="2237707"/>
            <a:ext cx="5707109" cy="757171"/>
          </a:xfrm>
        </p:spPr>
        <p:txBody>
          <a:bodyPr anchor="ctr" anchorCtr="0"/>
          <a:lstStyle>
            <a:lvl1pPr marL="0" indent="0" algn="ctr">
              <a:buNone/>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subtitle</a:t>
            </a:r>
          </a:p>
        </p:txBody>
      </p:sp>
      <p:pic>
        <p:nvPicPr>
          <p:cNvPr id="6" name="Picture 5">
            <a:extLst>
              <a:ext uri="{FF2B5EF4-FFF2-40B4-BE49-F238E27FC236}">
                <a16:creationId xmlns:a16="http://schemas.microsoft.com/office/drawing/2014/main" id="{A6D77AC9-6B80-2E4C-98C1-F5EAA624498A}"/>
              </a:ext>
            </a:extLst>
          </p:cNvPr>
          <p:cNvPicPr>
            <a:picLocks noChangeAspect="1"/>
          </p:cNvPicPr>
          <p:nvPr/>
        </p:nvPicPr>
        <p:blipFill>
          <a:blip r:embed="rId3"/>
          <a:stretch>
            <a:fillRect/>
          </a:stretch>
        </p:blipFill>
        <p:spPr>
          <a:xfrm>
            <a:off x="1806552" y="3750449"/>
            <a:ext cx="5611446" cy="1393051"/>
          </a:xfrm>
          <a:prstGeom prst="rect">
            <a:avLst/>
          </a:prstGeom>
        </p:spPr>
      </p:pic>
    </p:spTree>
    <p:extLst>
      <p:ext uri="{BB962C8B-B14F-4D97-AF65-F5344CB8AC3E}">
        <p14:creationId xmlns:p14="http://schemas.microsoft.com/office/powerpoint/2010/main" val="34473152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485FF5-0161-DB45-ABB8-330B9FDE9C5F}"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a:t>
            </a:fld>
            <a:endParaRPr lang="en-US"/>
          </a:p>
        </p:txBody>
      </p:sp>
    </p:spTree>
    <p:extLst>
      <p:ext uri="{BB962C8B-B14F-4D97-AF65-F5344CB8AC3E}">
        <p14:creationId xmlns:p14="http://schemas.microsoft.com/office/powerpoint/2010/main" val="23688448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ln w="25400">
            <a:solidFill>
              <a:schemeClr val="tx1"/>
            </a:solidFill>
          </a:ln>
        </p:spPr>
        <p:txBody>
          <a:bodyPr tIns="228600">
            <a:normAutofit/>
          </a:bodyPr>
          <a:lstStyle>
            <a:lvl1pPr marL="0" indent="0">
              <a:buNone/>
              <a:defRPr sz="2000"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4" name="Date Placeholder 3"/>
          <p:cNvSpPr>
            <a:spLocks noGrp="1"/>
          </p:cNvSpPr>
          <p:nvPr>
            <p:ph type="dt" sz="half" idx="10"/>
          </p:nvPr>
        </p:nvSpPr>
        <p:spPr/>
        <p:txBody>
          <a:bodyPr/>
          <a:lstStyle/>
          <a:p>
            <a:fld id="{9B076EDF-1B3B-E241-9065-DE5EB91C358E}"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a:t>
            </a:fld>
            <a:endParaRPr lang="en-US"/>
          </a:p>
        </p:txBody>
      </p:sp>
    </p:spTree>
    <p:extLst>
      <p:ext uri="{BB962C8B-B14F-4D97-AF65-F5344CB8AC3E}">
        <p14:creationId xmlns:p14="http://schemas.microsoft.com/office/powerpoint/2010/main" val="154112968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Two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201865"/>
            <a:ext cx="3991200" cy="3394472"/>
          </a:xfrm>
          <a:ln w="25400" cap="flat">
            <a:solidFill>
              <a:schemeClr val="tx1"/>
            </a:solidFill>
            <a:round/>
          </a:ln>
        </p:spPr>
        <p:txBody>
          <a:bodyPr tIns="228600">
            <a:normAutofit/>
          </a:bodyPr>
          <a:lstStyle>
            <a:lvl1pPr marL="0" indent="0">
              <a:buNone/>
              <a:defRPr sz="2000"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4" name="Date Placeholder 3"/>
          <p:cNvSpPr>
            <a:spLocks noGrp="1"/>
          </p:cNvSpPr>
          <p:nvPr>
            <p:ph type="dt" sz="half" idx="10"/>
          </p:nvPr>
        </p:nvSpPr>
        <p:spPr/>
        <p:txBody>
          <a:bodyPr/>
          <a:lstStyle/>
          <a:p>
            <a:fld id="{9B076EDF-1B3B-E241-9065-DE5EB91C358E}"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a:t>
            </a:fld>
            <a:endParaRPr lang="en-US"/>
          </a:p>
        </p:txBody>
      </p:sp>
      <p:sp>
        <p:nvSpPr>
          <p:cNvPr id="7" name="Content Placeholder 2">
            <a:extLst>
              <a:ext uri="{FF2B5EF4-FFF2-40B4-BE49-F238E27FC236}">
                <a16:creationId xmlns:a16="http://schemas.microsoft.com/office/drawing/2014/main" id="{EF3C3831-60B9-204A-AB0D-53E619F83C5B}"/>
              </a:ext>
            </a:extLst>
          </p:cNvPr>
          <p:cNvSpPr>
            <a:spLocks noGrp="1"/>
          </p:cNvSpPr>
          <p:nvPr>
            <p:ph idx="13"/>
          </p:nvPr>
        </p:nvSpPr>
        <p:spPr>
          <a:xfrm>
            <a:off x="4695600" y="1194628"/>
            <a:ext cx="3991200" cy="3394472"/>
          </a:xfrm>
          <a:ln w="25400">
            <a:solidFill>
              <a:schemeClr val="tx1"/>
            </a:solidFill>
          </a:ln>
        </p:spPr>
        <p:txBody>
          <a:bodyPr tIns="228600">
            <a:normAutofit/>
          </a:bodyPr>
          <a:lstStyle>
            <a:lvl1pPr marL="0" indent="0">
              <a:buNone/>
              <a:defRPr sz="2000"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Tree>
    <p:extLst>
      <p:ext uri="{BB962C8B-B14F-4D97-AF65-F5344CB8AC3E}">
        <p14:creationId xmlns:p14="http://schemas.microsoft.com/office/powerpoint/2010/main" val="566527495"/>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12BD4C5-0F99-6946-85C3-B1D0206333B5}" type="datetime1">
              <a:rPr lang="en-US" smtClean="0"/>
              <a:t>10/28/20</a:t>
            </a:fld>
            <a:endParaRPr lang="en-US"/>
          </a:p>
        </p:txBody>
      </p:sp>
      <p:sp>
        <p:nvSpPr>
          <p:cNvPr id="6" name="Footer Placeholder 5"/>
          <p:cNvSpPr>
            <a:spLocks noGrp="1"/>
          </p:cNvSpPr>
          <p:nvPr>
            <p:ph type="ftr" sz="quarter" idx="11"/>
          </p:nvPr>
        </p:nvSpPr>
        <p:spPr/>
        <p:txBody>
          <a:bodyPr/>
          <a:lstStyle/>
          <a:p>
            <a:r>
              <a:rPr lang="en-US"/>
              <a:t>© Steve Beaty and others</a:t>
            </a:r>
          </a:p>
        </p:txBody>
      </p:sp>
      <p:sp>
        <p:nvSpPr>
          <p:cNvPr id="7" name="Slide Number Placeholder 6"/>
          <p:cNvSpPr>
            <a:spLocks noGrp="1"/>
          </p:cNvSpPr>
          <p:nvPr>
            <p:ph type="sldNum" sz="quarter" idx="12"/>
          </p:nvPr>
        </p:nvSpPr>
        <p:spPr/>
        <p:txBody>
          <a:bodyPr/>
          <a:lstStyle/>
          <a:p>
            <a:fld id="{CC27378F-8C43-E742-85C1-5A5C7A921209}" type="slidenum">
              <a:rPr lang="en-US" smtClean="0"/>
              <a:t>‹#›</a:t>
            </a:fld>
            <a:endParaRPr lang="en-US"/>
          </a:p>
        </p:txBody>
      </p:sp>
    </p:spTree>
    <p:extLst>
      <p:ext uri="{BB962C8B-B14F-4D97-AF65-F5344CB8AC3E}">
        <p14:creationId xmlns:p14="http://schemas.microsoft.com/office/powerpoint/2010/main" val="42345772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CD2A6F6-7164-E940-AD50-B10446010B78}" type="datetime1">
              <a:rPr lang="en-US" smtClean="0"/>
              <a:t>10/28/20</a:t>
            </a:fld>
            <a:endParaRPr lang="en-US"/>
          </a:p>
        </p:txBody>
      </p:sp>
      <p:sp>
        <p:nvSpPr>
          <p:cNvPr id="4" name="Footer Placeholder 3"/>
          <p:cNvSpPr>
            <a:spLocks noGrp="1"/>
          </p:cNvSpPr>
          <p:nvPr>
            <p:ph type="ftr" sz="quarter" idx="11"/>
          </p:nvPr>
        </p:nvSpPr>
        <p:spPr/>
        <p:txBody>
          <a:bodyPr/>
          <a:lstStyle/>
          <a:p>
            <a:r>
              <a:rPr lang="en-US"/>
              <a:t>© Steve Beaty and others</a:t>
            </a:r>
          </a:p>
        </p:txBody>
      </p:sp>
      <p:sp>
        <p:nvSpPr>
          <p:cNvPr id="5" name="Slide Number Placeholder 4"/>
          <p:cNvSpPr>
            <a:spLocks noGrp="1"/>
          </p:cNvSpPr>
          <p:nvPr>
            <p:ph type="sldNum" sz="quarter" idx="12"/>
          </p:nvPr>
        </p:nvSpPr>
        <p:spPr/>
        <p:txBody>
          <a:bodyPr/>
          <a:lstStyle/>
          <a:p>
            <a:fld id="{CC27378F-8C43-E742-85C1-5A5C7A921209}" type="slidenum">
              <a:rPr lang="en-US" smtClean="0"/>
              <a:t>‹#›</a:t>
            </a:fld>
            <a:endParaRPr lang="en-US"/>
          </a:p>
        </p:txBody>
      </p:sp>
    </p:spTree>
    <p:extLst>
      <p:ext uri="{BB962C8B-B14F-4D97-AF65-F5344CB8AC3E}">
        <p14:creationId xmlns:p14="http://schemas.microsoft.com/office/powerpoint/2010/main" val="17672062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E6CD5F0-729E-A94B-9B2D-9E59BA3A941C}" type="datetime1">
              <a:rPr lang="en-US" smtClean="0"/>
              <a:t>10/28/20</a:t>
            </a:fld>
            <a:endParaRPr lang="en-US"/>
          </a:p>
        </p:txBody>
      </p:sp>
      <p:sp>
        <p:nvSpPr>
          <p:cNvPr id="4" name="Footer Placeholder 3"/>
          <p:cNvSpPr>
            <a:spLocks noGrp="1"/>
          </p:cNvSpPr>
          <p:nvPr>
            <p:ph type="ftr" sz="quarter" idx="11"/>
          </p:nvPr>
        </p:nvSpPr>
        <p:spPr/>
        <p:txBody>
          <a:bodyPr/>
          <a:lstStyle/>
          <a:p>
            <a:r>
              <a:rPr lang="en-US"/>
              <a:t>© Steve Beaty and others</a:t>
            </a:r>
          </a:p>
        </p:txBody>
      </p:sp>
      <p:sp>
        <p:nvSpPr>
          <p:cNvPr id="5" name="Slide Number Placeholder 4"/>
          <p:cNvSpPr>
            <a:spLocks noGrp="1"/>
          </p:cNvSpPr>
          <p:nvPr>
            <p:ph type="sldNum" sz="quarter" idx="12"/>
          </p:nvPr>
        </p:nvSpPr>
        <p:spPr/>
        <p:txBody>
          <a:bodyPr/>
          <a:lstStyle/>
          <a:p>
            <a:fld id="{CC27378F-8C43-E742-85C1-5A5C7A921209}" type="slidenum">
              <a:rPr lang="en-US" smtClean="0"/>
              <a:t>‹#›</a:t>
            </a:fld>
            <a:endParaRPr lang="en-US"/>
          </a:p>
        </p:txBody>
      </p:sp>
    </p:spTree>
    <p:extLst>
      <p:ext uri="{BB962C8B-B14F-4D97-AF65-F5344CB8AC3E}">
        <p14:creationId xmlns:p14="http://schemas.microsoft.com/office/powerpoint/2010/main" val="2721682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3BAFF2B-B93B-4548-9062-8B819CFC4E97}"/>
              </a:ext>
            </a:extLst>
          </p:cNvPr>
          <p:cNvPicPr>
            <a:picLocks noChangeAspect="1"/>
          </p:cNvPicPr>
          <p:nvPr/>
        </p:nvPicPr>
        <p:blipFill>
          <a:blip r:embed="rId9"/>
          <a:stretch>
            <a:fillRect/>
          </a:stretch>
        </p:blipFill>
        <p:spPr>
          <a:xfrm>
            <a:off x="2494276" y="4631436"/>
            <a:ext cx="6649724" cy="512064"/>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304538" y="4731545"/>
            <a:ext cx="876866" cy="364068"/>
          </a:xfrm>
          <a:prstGeom prst="rect">
            <a:avLst/>
          </a:prstGeom>
        </p:spPr>
        <p:txBody>
          <a:bodyPr vert="horz" lIns="91440" tIns="45720" rIns="91440" bIns="45720" rtlCol="0" anchor="ctr"/>
          <a:lstStyle>
            <a:lvl1pPr algn="l">
              <a:defRPr sz="1200">
                <a:solidFill>
                  <a:schemeClr val="tx1">
                    <a:tint val="75000"/>
                  </a:schemeClr>
                </a:solidFill>
              </a:defRPr>
            </a:lvl1pPr>
          </a:lstStyle>
          <a:p>
            <a:fld id="{9B076EDF-1B3B-E241-9065-DE5EB91C358E}" type="datetime1">
              <a:rPr lang="en-US" smtClean="0"/>
              <a:t>10/28/20</a:t>
            </a:fld>
            <a:endParaRPr lang="en-US"/>
          </a:p>
        </p:txBody>
      </p:sp>
      <p:sp>
        <p:nvSpPr>
          <p:cNvPr id="5" name="Footer Placeholder 4"/>
          <p:cNvSpPr>
            <a:spLocks noGrp="1"/>
          </p:cNvSpPr>
          <p:nvPr>
            <p:ph type="ftr" sz="quarter" idx="3"/>
          </p:nvPr>
        </p:nvSpPr>
        <p:spPr>
          <a:xfrm>
            <a:off x="4448400" y="4734973"/>
            <a:ext cx="3301697" cy="36576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Steve Beaty and others</a:t>
            </a:r>
          </a:p>
        </p:txBody>
      </p:sp>
      <p:sp>
        <p:nvSpPr>
          <p:cNvPr id="6" name="Slide Number Placeholder 5"/>
          <p:cNvSpPr>
            <a:spLocks noGrp="1"/>
          </p:cNvSpPr>
          <p:nvPr>
            <p:ph type="sldNum" sz="quarter" idx="4"/>
          </p:nvPr>
        </p:nvSpPr>
        <p:spPr>
          <a:xfrm>
            <a:off x="8026967" y="4731545"/>
            <a:ext cx="659833" cy="365760"/>
          </a:xfrm>
          <a:prstGeom prst="rect">
            <a:avLst/>
          </a:prstGeom>
        </p:spPr>
        <p:txBody>
          <a:bodyPr vert="horz" lIns="91440" tIns="45720" rIns="91440" bIns="45720" rtlCol="0" anchor="ctr"/>
          <a:lstStyle>
            <a:lvl1pPr algn="r">
              <a:defRPr sz="1200">
                <a:solidFill>
                  <a:schemeClr val="tx1">
                    <a:tint val="75000"/>
                  </a:schemeClr>
                </a:solidFill>
              </a:defRPr>
            </a:lvl1pPr>
          </a:lstStyle>
          <a:p>
            <a:fld id="{CC27378F-8C43-E742-85C1-5A5C7A921209}" type="slidenum">
              <a:rPr lang="en-US" smtClean="0"/>
              <a:t>‹#›</a:t>
            </a:fld>
            <a:endParaRPr lang="en-US"/>
          </a:p>
        </p:txBody>
      </p:sp>
      <p:pic>
        <p:nvPicPr>
          <p:cNvPr id="13" name="Picture 12">
            <a:extLst>
              <a:ext uri="{FF2B5EF4-FFF2-40B4-BE49-F238E27FC236}">
                <a16:creationId xmlns:a16="http://schemas.microsoft.com/office/drawing/2014/main" id="{A02909B9-1145-F845-A930-8E33F2A03507}"/>
              </a:ext>
            </a:extLst>
          </p:cNvPr>
          <p:cNvPicPr>
            <a:picLocks noChangeAspect="1"/>
          </p:cNvPicPr>
          <p:nvPr/>
        </p:nvPicPr>
        <p:blipFill>
          <a:blip r:embed="rId10"/>
          <a:stretch>
            <a:fillRect/>
          </a:stretch>
        </p:blipFill>
        <p:spPr>
          <a:xfrm>
            <a:off x="482596" y="4632335"/>
            <a:ext cx="2011680" cy="499403"/>
          </a:xfrm>
          <a:prstGeom prst="rect">
            <a:avLst/>
          </a:prstGeom>
        </p:spPr>
      </p:pic>
    </p:spTree>
    <p:extLst>
      <p:ext uri="{BB962C8B-B14F-4D97-AF65-F5344CB8AC3E}">
        <p14:creationId xmlns:p14="http://schemas.microsoft.com/office/powerpoint/2010/main" val="400635373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Lst>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hf hdr="0"/>
  <p:txStyles>
    <p:titleStyle>
      <a:lvl1pPr algn="ctr" defTabSz="457189"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457189" rtl="0" eaLnBrk="1" latinLnBrk="0" hangingPunct="1">
        <a:spcBef>
          <a:spcPct val="20000"/>
        </a:spcBef>
        <a:buFont typeface="Arial"/>
        <a:buChar char="•"/>
        <a:defRPr sz="3200" kern="1200">
          <a:solidFill>
            <a:schemeClr val="tx1"/>
          </a:solidFill>
          <a:latin typeface="+mn-lt"/>
          <a:ea typeface="+mn-ea"/>
          <a:cs typeface="+mn-cs"/>
        </a:defRPr>
      </a:lvl1pPr>
      <a:lvl2pPr marL="742932" indent="-285744" algn="l" defTabSz="457189" rtl="0" eaLnBrk="1" latinLnBrk="0" hangingPunct="1">
        <a:spcBef>
          <a:spcPct val="20000"/>
        </a:spcBef>
        <a:buFont typeface="Arial"/>
        <a:buChar char="–"/>
        <a:defRPr sz="2800" kern="1200">
          <a:solidFill>
            <a:schemeClr val="tx1"/>
          </a:solidFill>
          <a:latin typeface="+mn-lt"/>
          <a:ea typeface="+mn-ea"/>
          <a:cs typeface="+mn-cs"/>
        </a:defRPr>
      </a:lvl2pPr>
      <a:lvl3pPr marL="1142971" indent="-228594" algn="l" defTabSz="457189" rtl="0" eaLnBrk="1" latinLnBrk="0" hangingPunct="1">
        <a:spcBef>
          <a:spcPct val="20000"/>
        </a:spcBef>
        <a:buFont typeface="Arial"/>
        <a:buChar char="•"/>
        <a:defRPr sz="2400" kern="1200">
          <a:solidFill>
            <a:schemeClr val="tx1"/>
          </a:solidFill>
          <a:latin typeface="+mn-lt"/>
          <a:ea typeface="+mn-ea"/>
          <a:cs typeface="+mn-cs"/>
        </a:defRPr>
      </a:lvl3pPr>
      <a:lvl4pPr marL="1600160" indent="-228594" algn="l" defTabSz="457189" rtl="0" eaLnBrk="1" latinLnBrk="0" hangingPunct="1">
        <a:spcBef>
          <a:spcPct val="20000"/>
        </a:spcBef>
        <a:buFont typeface="Arial"/>
        <a:buChar char="–"/>
        <a:defRPr sz="2000" kern="1200">
          <a:solidFill>
            <a:schemeClr val="tx1"/>
          </a:solidFill>
          <a:latin typeface="+mn-lt"/>
          <a:ea typeface="+mn-ea"/>
          <a:cs typeface="+mn-cs"/>
        </a:defRPr>
      </a:lvl4pPr>
      <a:lvl5pPr marL="2057349" indent="-228594" algn="l" defTabSz="457189" rtl="0" eaLnBrk="1" latinLnBrk="0" hangingPunct="1">
        <a:spcBef>
          <a:spcPct val="20000"/>
        </a:spcBef>
        <a:buFont typeface="Arial"/>
        <a:buChar char="»"/>
        <a:defRPr sz="2000" kern="1200">
          <a:solidFill>
            <a:schemeClr val="tx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Bootstrap</a:t>
            </a:r>
          </a:p>
        </p:txBody>
      </p:sp>
      <p:sp>
        <p:nvSpPr>
          <p:cNvPr id="3" name="Subtitle 2"/>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741591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idx="1"/>
          </p:nvPr>
        </p:nvSpPr>
        <p:spPr/>
        <p:txBody>
          <a:bodyPr/>
          <a:lstStyle/>
          <a:p>
            <a:r>
              <a:rPr lang="en-US" dirty="0"/>
              <a:t>Bootstrap is a free and open-source collection of tools for creating websites and web applications. It contains HTML- and CSS-based design templates for typography, forms, buttons, navigation, etc.</a:t>
            </a:r>
          </a:p>
        </p:txBody>
      </p:sp>
      <p:sp>
        <p:nvSpPr>
          <p:cNvPr id="4" name="Date Placeholder 3"/>
          <p:cNvSpPr>
            <a:spLocks noGrp="1"/>
          </p:cNvSpPr>
          <p:nvPr>
            <p:ph type="dt" sz="half" idx="10"/>
          </p:nvPr>
        </p:nvSpPr>
        <p:spPr/>
        <p:txBody>
          <a:bodyPr/>
          <a:lstStyle/>
          <a:p>
            <a:fld id="{CA548884-DB7F-714C-A21C-4763C930D765}"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a:t>
            </a:fld>
            <a:endParaRPr lang="en-US"/>
          </a:p>
        </p:txBody>
      </p:sp>
    </p:spTree>
    <p:extLst>
      <p:ext uri="{BB962C8B-B14F-4D97-AF65-F5344CB8AC3E}">
        <p14:creationId xmlns:p14="http://schemas.microsoft.com/office/powerpoint/2010/main" val="12659158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idx="1"/>
          </p:nvPr>
        </p:nvSpPr>
        <p:spPr/>
        <p:txBody>
          <a:bodyPr/>
          <a:lstStyle/>
          <a:p>
            <a:r>
              <a:rPr lang="en-US" dirty="0"/>
              <a:t>Bootstrap, originally named Twitter Blueprint, was developed by Mark Otto and Jacob Thornton</a:t>
            </a:r>
          </a:p>
        </p:txBody>
      </p:sp>
      <p:sp>
        <p:nvSpPr>
          <p:cNvPr id="4" name="Date Placeholder 3"/>
          <p:cNvSpPr>
            <a:spLocks noGrp="1"/>
          </p:cNvSpPr>
          <p:nvPr>
            <p:ph type="dt" sz="half" idx="10"/>
          </p:nvPr>
        </p:nvSpPr>
        <p:spPr/>
        <p:txBody>
          <a:bodyPr/>
          <a:lstStyle/>
          <a:p>
            <a:fld id="{97EE2809-A9D9-0E4E-9D7E-C669308153B5}"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3</a:t>
            </a:fld>
            <a:endParaRPr lang="en-US"/>
          </a:p>
        </p:txBody>
      </p:sp>
    </p:spTree>
    <p:extLst>
      <p:ext uri="{BB962C8B-B14F-4D97-AF65-F5344CB8AC3E}">
        <p14:creationId xmlns:p14="http://schemas.microsoft.com/office/powerpoint/2010/main" val="15738652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Responsive</a:t>
            </a:r>
          </a:p>
        </p:txBody>
      </p:sp>
      <p:sp>
        <p:nvSpPr>
          <p:cNvPr id="3" name="Content Placeholder 2"/>
          <p:cNvSpPr>
            <a:spLocks noGrp="1"/>
          </p:cNvSpPr>
          <p:nvPr>
            <p:ph idx="1"/>
          </p:nvPr>
        </p:nvSpPr>
        <p:spPr/>
        <p:txBody>
          <a:bodyPr>
            <a:normAutofit/>
          </a:bodyPr>
          <a:lstStyle/>
          <a:p>
            <a:r>
              <a:rPr lang="en-US" dirty="0"/>
              <a:t>Since version 2.0 it also supports responsive web design. This means the layout of web pages adjusts dynamically, taking into account the characteristics of the device used (desktop, tablet, mobile phone)</a:t>
            </a:r>
          </a:p>
        </p:txBody>
      </p:sp>
      <p:sp>
        <p:nvSpPr>
          <p:cNvPr id="4" name="Date Placeholder 3"/>
          <p:cNvSpPr>
            <a:spLocks noGrp="1"/>
          </p:cNvSpPr>
          <p:nvPr>
            <p:ph type="dt" sz="half" idx="10"/>
          </p:nvPr>
        </p:nvSpPr>
        <p:spPr/>
        <p:txBody>
          <a:bodyPr/>
          <a:lstStyle/>
          <a:p>
            <a:fld id="{0AC164E2-1A46-CE4F-9AE0-F6404B3D8494}"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4</a:t>
            </a:fld>
            <a:endParaRPr lang="en-US"/>
          </a:p>
        </p:txBody>
      </p:sp>
    </p:spTree>
    <p:extLst>
      <p:ext uri="{BB962C8B-B14F-4D97-AF65-F5344CB8AC3E}">
        <p14:creationId xmlns:p14="http://schemas.microsoft.com/office/powerpoint/2010/main" val="37324987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46A7C-1588-034A-9CB5-2BCB96DAC99D}"/>
              </a:ext>
            </a:extLst>
          </p:cNvPr>
          <p:cNvSpPr>
            <a:spLocks noGrp="1"/>
          </p:cNvSpPr>
          <p:nvPr>
            <p:ph type="title"/>
          </p:nvPr>
        </p:nvSpPr>
        <p:spPr/>
        <p:txBody>
          <a:bodyPr/>
          <a:lstStyle/>
          <a:p>
            <a:r>
              <a:rPr lang="en-US" dirty="0"/>
              <a:t>Responsive</a:t>
            </a:r>
          </a:p>
        </p:txBody>
      </p:sp>
      <p:sp>
        <p:nvSpPr>
          <p:cNvPr id="3" name="Content Placeholder 2">
            <a:extLst>
              <a:ext uri="{FF2B5EF4-FFF2-40B4-BE49-F238E27FC236}">
                <a16:creationId xmlns:a16="http://schemas.microsoft.com/office/drawing/2014/main" id="{8B02948F-99A6-DC47-AE89-1EA8BBFF817C}"/>
              </a:ext>
            </a:extLst>
          </p:cNvPr>
          <p:cNvSpPr>
            <a:spLocks noGrp="1"/>
          </p:cNvSpPr>
          <p:nvPr>
            <p:ph idx="1"/>
          </p:nvPr>
        </p:nvSpPr>
        <p:spPr/>
        <p:txBody>
          <a:bodyPr/>
          <a:lstStyle/>
          <a:p>
            <a:r>
              <a:rPr lang="en-US" dirty="0"/>
              <a:t>Starting with version 3.0, Bootstrap adopted a mobile-first design philosophy, emphasizing responsive design by default</a:t>
            </a:r>
          </a:p>
        </p:txBody>
      </p:sp>
      <p:sp>
        <p:nvSpPr>
          <p:cNvPr id="4" name="Date Placeholder 3">
            <a:extLst>
              <a:ext uri="{FF2B5EF4-FFF2-40B4-BE49-F238E27FC236}">
                <a16:creationId xmlns:a16="http://schemas.microsoft.com/office/drawing/2014/main" id="{9CA3FEE4-B939-0541-8C86-7ADFBA729FC6}"/>
              </a:ext>
            </a:extLst>
          </p:cNvPr>
          <p:cNvSpPr>
            <a:spLocks noGrp="1"/>
          </p:cNvSpPr>
          <p:nvPr>
            <p:ph type="dt" sz="half" idx="10"/>
          </p:nvPr>
        </p:nvSpPr>
        <p:spPr/>
        <p:txBody>
          <a:bodyPr/>
          <a:lstStyle/>
          <a:p>
            <a:fld id="{EE485FF5-0161-DB45-ABB8-330B9FDE9C5F}" type="datetime1">
              <a:rPr lang="en-US" smtClean="0"/>
              <a:t>10/28/20</a:t>
            </a:fld>
            <a:endParaRPr lang="en-US"/>
          </a:p>
        </p:txBody>
      </p:sp>
      <p:sp>
        <p:nvSpPr>
          <p:cNvPr id="5" name="Footer Placeholder 4">
            <a:extLst>
              <a:ext uri="{FF2B5EF4-FFF2-40B4-BE49-F238E27FC236}">
                <a16:creationId xmlns:a16="http://schemas.microsoft.com/office/drawing/2014/main" id="{ED08E5E1-AD3C-8E48-929F-F16F838B7914}"/>
              </a:ext>
            </a:extLst>
          </p:cNvPr>
          <p:cNvSpPr>
            <a:spLocks noGrp="1"/>
          </p:cNvSpPr>
          <p:nvPr>
            <p:ph type="ftr" sz="quarter" idx="11"/>
          </p:nvPr>
        </p:nvSpPr>
        <p:spPr/>
        <p:txBody>
          <a:bodyPr/>
          <a:lstStyle/>
          <a:p>
            <a:r>
              <a:rPr lang="en-US"/>
              <a:t>© Steve Beaty and others</a:t>
            </a:r>
          </a:p>
        </p:txBody>
      </p:sp>
      <p:sp>
        <p:nvSpPr>
          <p:cNvPr id="6" name="Slide Number Placeholder 5">
            <a:extLst>
              <a:ext uri="{FF2B5EF4-FFF2-40B4-BE49-F238E27FC236}">
                <a16:creationId xmlns:a16="http://schemas.microsoft.com/office/drawing/2014/main" id="{43022AF4-1D84-3D40-A383-232DDCBA869F}"/>
              </a:ext>
            </a:extLst>
          </p:cNvPr>
          <p:cNvSpPr>
            <a:spLocks noGrp="1"/>
          </p:cNvSpPr>
          <p:nvPr>
            <p:ph type="sldNum" sz="quarter" idx="12"/>
          </p:nvPr>
        </p:nvSpPr>
        <p:spPr/>
        <p:txBody>
          <a:bodyPr/>
          <a:lstStyle/>
          <a:p>
            <a:fld id="{CC27378F-8C43-E742-85C1-5A5C7A921209}" type="slidenum">
              <a:rPr lang="en-US" smtClean="0"/>
              <a:t>5</a:t>
            </a:fld>
            <a:endParaRPr lang="en-US"/>
          </a:p>
        </p:txBody>
      </p:sp>
    </p:spTree>
    <p:extLst>
      <p:ext uri="{BB962C8B-B14F-4D97-AF65-F5344CB8AC3E}">
        <p14:creationId xmlns:p14="http://schemas.microsoft.com/office/powerpoint/2010/main" val="19792935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 is More</a:t>
            </a:r>
          </a:p>
        </p:txBody>
      </p:sp>
      <p:sp>
        <p:nvSpPr>
          <p:cNvPr id="3" name="Content Placeholder 2"/>
          <p:cNvSpPr>
            <a:spLocks noGrp="1"/>
          </p:cNvSpPr>
          <p:nvPr>
            <p:ph idx="1"/>
          </p:nvPr>
        </p:nvSpPr>
        <p:spPr/>
        <p:txBody>
          <a:bodyPr/>
          <a:lstStyle/>
          <a:p>
            <a:r>
              <a:rPr lang="en-US" dirty="0"/>
              <a:t>Bootstrap is modular and consists essentially of a series of LESS </a:t>
            </a:r>
            <a:r>
              <a:rPr lang="en-US" dirty="0" err="1"/>
              <a:t>stylesheets</a:t>
            </a:r>
            <a:endParaRPr lang="en-US" dirty="0"/>
          </a:p>
        </p:txBody>
      </p:sp>
      <p:sp>
        <p:nvSpPr>
          <p:cNvPr id="4" name="Date Placeholder 3"/>
          <p:cNvSpPr>
            <a:spLocks noGrp="1"/>
          </p:cNvSpPr>
          <p:nvPr>
            <p:ph type="dt" sz="half" idx="10"/>
          </p:nvPr>
        </p:nvSpPr>
        <p:spPr/>
        <p:txBody>
          <a:bodyPr/>
          <a:lstStyle/>
          <a:p>
            <a:fld id="{155BAE28-9EE6-DB4F-AF55-DE28CBB8188C}"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6</a:t>
            </a:fld>
            <a:endParaRPr lang="en-US"/>
          </a:p>
        </p:txBody>
      </p:sp>
    </p:spTree>
    <p:extLst>
      <p:ext uri="{BB962C8B-B14F-4D97-AF65-F5344CB8AC3E}">
        <p14:creationId xmlns:p14="http://schemas.microsoft.com/office/powerpoint/2010/main" val="16875779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 is More</a:t>
            </a:r>
          </a:p>
        </p:txBody>
      </p:sp>
      <p:sp>
        <p:nvSpPr>
          <p:cNvPr id="3" name="Content Placeholder 2"/>
          <p:cNvSpPr>
            <a:spLocks noGrp="1"/>
          </p:cNvSpPr>
          <p:nvPr>
            <p:ph idx="1"/>
          </p:nvPr>
        </p:nvSpPr>
        <p:spPr/>
        <p:txBody>
          <a:bodyPr>
            <a:normAutofit fontScale="92500" lnSpcReduction="20000"/>
          </a:bodyPr>
          <a:lstStyle/>
          <a:p>
            <a:r>
              <a:rPr lang="en-US" dirty="0"/>
              <a:t>Less is a dynamic style sheet language that can be compiled into Cascading Style Sheets</a:t>
            </a:r>
          </a:p>
          <a:p>
            <a:r>
              <a:rPr lang="en-US" dirty="0"/>
              <a:t>Less provides the following mechanisms: variables, nesting, </a:t>
            </a:r>
            <a:r>
              <a:rPr lang="en-US" dirty="0" err="1"/>
              <a:t>mixins</a:t>
            </a:r>
            <a:r>
              <a:rPr lang="en-US" dirty="0"/>
              <a:t>, operators and functions</a:t>
            </a:r>
          </a:p>
          <a:p>
            <a:r>
              <a:rPr lang="en-US" dirty="0"/>
              <a:t>The main difference between Less and other CSS </a:t>
            </a:r>
            <a:r>
              <a:rPr lang="en-US" dirty="0" err="1"/>
              <a:t>precompilers</a:t>
            </a:r>
            <a:r>
              <a:rPr lang="en-US" dirty="0"/>
              <a:t> being that Less allows real-time compilation via </a:t>
            </a:r>
            <a:r>
              <a:rPr lang="en-US" dirty="0" err="1"/>
              <a:t>less.js</a:t>
            </a:r>
            <a:r>
              <a:rPr lang="en-US" dirty="0"/>
              <a:t> by the browser</a:t>
            </a:r>
          </a:p>
        </p:txBody>
      </p:sp>
      <p:sp>
        <p:nvSpPr>
          <p:cNvPr id="4" name="Date Placeholder 3"/>
          <p:cNvSpPr>
            <a:spLocks noGrp="1"/>
          </p:cNvSpPr>
          <p:nvPr>
            <p:ph type="dt" sz="half" idx="10"/>
          </p:nvPr>
        </p:nvSpPr>
        <p:spPr/>
        <p:txBody>
          <a:bodyPr/>
          <a:lstStyle/>
          <a:p>
            <a:fld id="{B56B0E5A-C115-FC40-8FFD-5461DE454D15}"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7</a:t>
            </a:fld>
            <a:endParaRPr lang="en-US"/>
          </a:p>
        </p:txBody>
      </p:sp>
    </p:spTree>
    <p:extLst>
      <p:ext uri="{BB962C8B-B14F-4D97-AF65-F5344CB8AC3E}">
        <p14:creationId xmlns:p14="http://schemas.microsoft.com/office/powerpoint/2010/main" val="11638116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Stats</a:t>
            </a:r>
          </a:p>
        </p:txBody>
      </p:sp>
      <p:sp>
        <p:nvSpPr>
          <p:cNvPr id="3" name="Content Placeholder 2"/>
          <p:cNvSpPr>
            <a:spLocks noGrp="1"/>
          </p:cNvSpPr>
          <p:nvPr>
            <p:ph idx="1"/>
          </p:nvPr>
        </p:nvSpPr>
        <p:spPr/>
        <p:txBody>
          <a:bodyPr/>
          <a:lstStyle/>
          <a:p>
            <a:r>
              <a:rPr lang="en-US" dirty="0"/>
              <a:t>Bootstrap comes with several JavaScript components in the form of </a:t>
            </a:r>
            <a:r>
              <a:rPr lang="en-US" dirty="0" err="1"/>
              <a:t>jQuery</a:t>
            </a:r>
            <a:r>
              <a:rPr lang="en-US" dirty="0"/>
              <a:t> plugins</a:t>
            </a:r>
          </a:p>
          <a:p>
            <a:r>
              <a:rPr lang="en-US" dirty="0"/>
              <a:t>~6700 lines of CSS</a:t>
            </a:r>
          </a:p>
          <a:p>
            <a:r>
              <a:rPr lang="en-US" dirty="0"/>
              <a:t>~2300 lines of JavaScript</a:t>
            </a:r>
          </a:p>
        </p:txBody>
      </p:sp>
      <p:sp>
        <p:nvSpPr>
          <p:cNvPr id="4" name="Date Placeholder 3"/>
          <p:cNvSpPr>
            <a:spLocks noGrp="1"/>
          </p:cNvSpPr>
          <p:nvPr>
            <p:ph type="dt" sz="half" idx="10"/>
          </p:nvPr>
        </p:nvSpPr>
        <p:spPr/>
        <p:txBody>
          <a:bodyPr/>
          <a:lstStyle/>
          <a:p>
            <a:fld id="{DEACE3AB-5176-F242-A186-B3525942E314}"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8</a:t>
            </a:fld>
            <a:endParaRPr lang="en-US"/>
          </a:p>
        </p:txBody>
      </p:sp>
    </p:spTree>
    <p:extLst>
      <p:ext uri="{BB962C8B-B14F-4D97-AF65-F5344CB8AC3E}">
        <p14:creationId xmlns:p14="http://schemas.microsoft.com/office/powerpoint/2010/main" val="7268518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Responsive</a:t>
            </a:r>
          </a:p>
        </p:txBody>
      </p:sp>
      <p:sp>
        <p:nvSpPr>
          <p:cNvPr id="3" name="Content Placeholder 2"/>
          <p:cNvSpPr>
            <a:spLocks noGrp="1"/>
          </p:cNvSpPr>
          <p:nvPr>
            <p:ph idx="1"/>
          </p:nvPr>
        </p:nvSpPr>
        <p:spPr/>
        <p:txBody>
          <a:bodyPr>
            <a:noAutofit/>
          </a:bodyPr>
          <a:lstStyle/>
          <a:p>
            <a:pPr marL="0" indent="0">
              <a:buNone/>
            </a:pPr>
            <a:r>
              <a:rPr lang="en-US" sz="900" dirty="0">
                <a:solidFill>
                  <a:srgbClr val="4229D4"/>
                </a:solidFill>
                <a:latin typeface="Menlo"/>
                <a:ea typeface="Menlo"/>
                <a:cs typeface="Menlo"/>
              </a:rPr>
              <a:t>&lt;!DOCTYPE html&gt;</a:t>
            </a:r>
            <a:endParaRPr lang="en-US" sz="900" dirty="0">
              <a:solidFill>
                <a:srgbClr val="4C2F2D"/>
              </a:solidFill>
              <a:latin typeface="Menlo"/>
              <a:ea typeface="Menlo"/>
              <a:cs typeface="Menlo"/>
            </a:endParaRPr>
          </a:p>
          <a:p>
            <a:pPr marL="0" indent="0">
              <a:buNone/>
            </a:pP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html</a:t>
            </a:r>
            <a:r>
              <a:rPr lang="en-US" sz="900" dirty="0">
                <a:solidFill>
                  <a:srgbClr val="00A3AF"/>
                </a:solidFill>
                <a:latin typeface="Menlo"/>
                <a:ea typeface="Menlo"/>
                <a:cs typeface="Menlo"/>
              </a:rPr>
              <a:t> </a:t>
            </a:r>
            <a:r>
              <a:rPr lang="en-US" sz="900" dirty="0" err="1">
                <a:solidFill>
                  <a:srgbClr val="00A500"/>
                </a:solidFill>
                <a:latin typeface="Menlo"/>
                <a:ea typeface="Menlo"/>
                <a:cs typeface="Menlo"/>
              </a:rPr>
              <a:t>lang</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"en"</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head</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C02DC0"/>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title</a:t>
            </a:r>
            <a:r>
              <a:rPr lang="en-US" sz="900" dirty="0">
                <a:solidFill>
                  <a:srgbClr val="00A3AF"/>
                </a:solidFill>
                <a:latin typeface="Menlo"/>
                <a:ea typeface="Menlo"/>
                <a:cs typeface="Menlo"/>
              </a:rPr>
              <a:t>&gt;</a:t>
            </a:r>
            <a:r>
              <a:rPr lang="en-US" sz="900" dirty="0">
                <a:solidFill>
                  <a:srgbClr val="C02DC0"/>
                </a:solidFill>
                <a:latin typeface="Menlo"/>
                <a:ea typeface="Menlo"/>
                <a:cs typeface="Menlo"/>
              </a:rPr>
              <a:t>Bootstrap Example</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title</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C02DC0"/>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meta</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charset</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"utf-8"</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C02DC0"/>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meta</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name</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"viewport"</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content</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"width=device-width, initial-scale=1"</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C02DC0"/>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link</a:t>
            </a:r>
            <a:r>
              <a:rPr lang="en-US" sz="900" dirty="0">
                <a:solidFill>
                  <a:srgbClr val="00A3AF"/>
                </a:solidFill>
                <a:latin typeface="Menlo"/>
                <a:ea typeface="Menlo"/>
                <a:cs typeface="Menlo"/>
              </a:rPr>
              <a:t> </a:t>
            </a:r>
            <a:r>
              <a:rPr lang="en-US" sz="900" dirty="0" err="1">
                <a:solidFill>
                  <a:srgbClr val="00A500"/>
                </a:solidFill>
                <a:latin typeface="Menlo"/>
                <a:ea typeface="Menlo"/>
                <a:cs typeface="Menlo"/>
              </a:rPr>
              <a:t>rel</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a:t>
            </a:r>
            <a:r>
              <a:rPr lang="en-US" sz="900" dirty="0" err="1">
                <a:solidFill>
                  <a:srgbClr val="B12412"/>
                </a:solidFill>
                <a:latin typeface="Menlo"/>
                <a:ea typeface="Menlo"/>
                <a:cs typeface="Menlo"/>
              </a:rPr>
              <a:t>stylesheet</a:t>
            </a:r>
            <a:r>
              <a:rPr lang="en-US" sz="900" dirty="0">
                <a:solidFill>
                  <a:srgbClr val="B12412"/>
                </a:solidFill>
                <a:latin typeface="Menlo"/>
                <a:ea typeface="Menlo"/>
                <a:cs typeface="Menlo"/>
              </a:rPr>
              <a:t>"</a:t>
            </a:r>
            <a:r>
              <a:rPr lang="en-US" sz="900" dirty="0">
                <a:solidFill>
                  <a:srgbClr val="00A3AF"/>
                </a:solidFill>
                <a:latin typeface="Menlo"/>
                <a:ea typeface="Menlo"/>
                <a:cs typeface="Menlo"/>
              </a:rPr>
              <a:t> </a:t>
            </a:r>
            <a:r>
              <a:rPr lang="en-US" sz="900" dirty="0" err="1">
                <a:solidFill>
                  <a:srgbClr val="00A500"/>
                </a:solidFill>
                <a:latin typeface="Menlo"/>
                <a:ea typeface="Menlo"/>
                <a:cs typeface="Menlo"/>
              </a:rPr>
              <a:t>href</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"http://</a:t>
            </a:r>
            <a:r>
              <a:rPr lang="en-US" sz="900" dirty="0" err="1">
                <a:solidFill>
                  <a:srgbClr val="B12412"/>
                </a:solidFill>
                <a:latin typeface="Menlo"/>
                <a:ea typeface="Menlo"/>
                <a:cs typeface="Menlo"/>
              </a:rPr>
              <a:t>maxcdn.bootstrapcdn.com</a:t>
            </a:r>
            <a:r>
              <a:rPr lang="en-US" sz="900" dirty="0">
                <a:solidFill>
                  <a:srgbClr val="B12412"/>
                </a:solidFill>
                <a:latin typeface="Menlo"/>
                <a:ea typeface="Menlo"/>
                <a:cs typeface="Menlo"/>
              </a:rPr>
              <a:t>/bootstrap/3.3.6/</a:t>
            </a:r>
            <a:r>
              <a:rPr lang="en-US" sz="900" dirty="0" err="1">
                <a:solidFill>
                  <a:srgbClr val="B12412"/>
                </a:solidFill>
                <a:latin typeface="Menlo"/>
                <a:ea typeface="Menlo"/>
                <a:cs typeface="Menlo"/>
              </a:rPr>
              <a:t>css</a:t>
            </a:r>
            <a:r>
              <a:rPr lang="en-US" sz="900" dirty="0">
                <a:solidFill>
                  <a:srgbClr val="B12412"/>
                </a:solidFill>
                <a:latin typeface="Menlo"/>
                <a:ea typeface="Menlo"/>
                <a:cs typeface="Menlo"/>
              </a:rPr>
              <a:t>/</a:t>
            </a:r>
            <a:r>
              <a:rPr lang="en-US" sz="900" dirty="0" err="1">
                <a:solidFill>
                  <a:srgbClr val="B12412"/>
                </a:solidFill>
                <a:latin typeface="Menlo"/>
                <a:ea typeface="Menlo"/>
                <a:cs typeface="Menlo"/>
              </a:rPr>
              <a:t>bootstrap.min.css</a:t>
            </a:r>
            <a:r>
              <a:rPr lang="en-US" sz="900" dirty="0">
                <a:solidFill>
                  <a:srgbClr val="B12412"/>
                </a:solidFill>
                <a:latin typeface="Menlo"/>
                <a:ea typeface="Menlo"/>
                <a:cs typeface="Menlo"/>
              </a:rPr>
              <a:t>"</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C02DC0"/>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script</a:t>
            </a:r>
            <a:r>
              <a:rPr lang="en-US" sz="900" dirty="0">
                <a:solidFill>
                  <a:srgbClr val="00A3AF"/>
                </a:solidFill>
                <a:latin typeface="Menlo"/>
                <a:ea typeface="Menlo"/>
                <a:cs typeface="Menlo"/>
              </a:rPr>
              <a:t> </a:t>
            </a:r>
            <a:r>
              <a:rPr lang="en-US" sz="900" dirty="0" err="1">
                <a:solidFill>
                  <a:srgbClr val="00A500"/>
                </a:solidFill>
                <a:latin typeface="Menlo"/>
                <a:ea typeface="Menlo"/>
                <a:cs typeface="Menlo"/>
              </a:rPr>
              <a:t>src</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"https://</a:t>
            </a:r>
            <a:r>
              <a:rPr lang="en-US" sz="900" dirty="0" err="1">
                <a:solidFill>
                  <a:srgbClr val="B12412"/>
                </a:solidFill>
                <a:latin typeface="Menlo"/>
                <a:ea typeface="Menlo"/>
                <a:cs typeface="Menlo"/>
              </a:rPr>
              <a:t>ajax.googleapis.com</a:t>
            </a:r>
            <a:r>
              <a:rPr lang="en-US" sz="900" dirty="0">
                <a:solidFill>
                  <a:srgbClr val="B12412"/>
                </a:solidFill>
                <a:latin typeface="Menlo"/>
                <a:ea typeface="Menlo"/>
                <a:cs typeface="Menlo"/>
              </a:rPr>
              <a:t>/</a:t>
            </a:r>
            <a:r>
              <a:rPr lang="en-US" sz="900" dirty="0" err="1">
                <a:solidFill>
                  <a:srgbClr val="B12412"/>
                </a:solidFill>
                <a:latin typeface="Menlo"/>
                <a:ea typeface="Menlo"/>
                <a:cs typeface="Menlo"/>
              </a:rPr>
              <a:t>ajax</a:t>
            </a:r>
            <a:r>
              <a:rPr lang="en-US" sz="900" dirty="0">
                <a:solidFill>
                  <a:srgbClr val="B12412"/>
                </a:solidFill>
                <a:latin typeface="Menlo"/>
                <a:ea typeface="Menlo"/>
                <a:cs typeface="Menlo"/>
              </a:rPr>
              <a:t>/libs/</a:t>
            </a:r>
            <a:r>
              <a:rPr lang="en-US" sz="900" dirty="0" err="1">
                <a:solidFill>
                  <a:srgbClr val="B12412"/>
                </a:solidFill>
                <a:latin typeface="Menlo"/>
                <a:ea typeface="Menlo"/>
                <a:cs typeface="Menlo"/>
              </a:rPr>
              <a:t>jquery</a:t>
            </a:r>
            <a:r>
              <a:rPr lang="en-US" sz="900" dirty="0">
                <a:solidFill>
                  <a:srgbClr val="B12412"/>
                </a:solidFill>
                <a:latin typeface="Menlo"/>
                <a:ea typeface="Menlo"/>
                <a:cs typeface="Menlo"/>
              </a:rPr>
              <a:t>/1.12.0/</a:t>
            </a:r>
            <a:r>
              <a:rPr lang="en-US" sz="900" dirty="0" err="1">
                <a:solidFill>
                  <a:srgbClr val="B12412"/>
                </a:solidFill>
                <a:latin typeface="Menlo"/>
                <a:ea typeface="Menlo"/>
                <a:cs typeface="Menlo"/>
              </a:rPr>
              <a:t>jquery.min.js</a:t>
            </a:r>
            <a:r>
              <a:rPr lang="en-US" sz="900" dirty="0">
                <a:solidFill>
                  <a:srgbClr val="B12412"/>
                </a:solidFill>
                <a:latin typeface="Menlo"/>
                <a:ea typeface="Menlo"/>
                <a:cs typeface="Menlo"/>
              </a:rPr>
              <a:t>"</a:t>
            </a:r>
            <a:r>
              <a:rPr lang="en-US" sz="900" dirty="0">
                <a:solidFill>
                  <a:srgbClr val="00A3AF"/>
                </a:solidFill>
                <a:latin typeface="Menlo"/>
                <a:ea typeface="Menlo"/>
                <a:cs typeface="Menlo"/>
              </a:rPr>
              <a:t>&gt;&lt;/</a:t>
            </a:r>
            <a:r>
              <a:rPr lang="en-US" sz="900" dirty="0">
                <a:solidFill>
                  <a:srgbClr val="B7660A"/>
                </a:solidFill>
                <a:latin typeface="Menlo"/>
                <a:ea typeface="Menlo"/>
                <a:cs typeface="Menlo"/>
              </a:rPr>
              <a:t>script</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C02DC0"/>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script</a:t>
            </a:r>
            <a:r>
              <a:rPr lang="en-US" sz="900" dirty="0">
                <a:solidFill>
                  <a:srgbClr val="00A3AF"/>
                </a:solidFill>
                <a:latin typeface="Menlo"/>
                <a:ea typeface="Menlo"/>
                <a:cs typeface="Menlo"/>
              </a:rPr>
              <a:t> </a:t>
            </a:r>
            <a:r>
              <a:rPr lang="en-US" sz="900" dirty="0" err="1">
                <a:solidFill>
                  <a:srgbClr val="00A500"/>
                </a:solidFill>
                <a:latin typeface="Menlo"/>
                <a:ea typeface="Menlo"/>
                <a:cs typeface="Menlo"/>
              </a:rPr>
              <a:t>src</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"http://</a:t>
            </a:r>
            <a:r>
              <a:rPr lang="en-US" sz="900" dirty="0" err="1">
                <a:solidFill>
                  <a:srgbClr val="B12412"/>
                </a:solidFill>
                <a:latin typeface="Menlo"/>
                <a:ea typeface="Menlo"/>
                <a:cs typeface="Menlo"/>
              </a:rPr>
              <a:t>maxcdn.bootstrapcdn.com</a:t>
            </a:r>
            <a:r>
              <a:rPr lang="en-US" sz="900" dirty="0">
                <a:solidFill>
                  <a:srgbClr val="B12412"/>
                </a:solidFill>
                <a:latin typeface="Menlo"/>
                <a:ea typeface="Menlo"/>
                <a:cs typeface="Menlo"/>
              </a:rPr>
              <a:t>/bootstrap/3.3.6/</a:t>
            </a:r>
            <a:r>
              <a:rPr lang="en-US" sz="900" dirty="0" err="1">
                <a:solidFill>
                  <a:srgbClr val="B12412"/>
                </a:solidFill>
                <a:latin typeface="Menlo"/>
                <a:ea typeface="Menlo"/>
                <a:cs typeface="Menlo"/>
              </a:rPr>
              <a:t>js</a:t>
            </a:r>
            <a:r>
              <a:rPr lang="en-US" sz="900" dirty="0">
                <a:solidFill>
                  <a:srgbClr val="B12412"/>
                </a:solidFill>
                <a:latin typeface="Menlo"/>
                <a:ea typeface="Menlo"/>
                <a:cs typeface="Menlo"/>
              </a:rPr>
              <a:t>/</a:t>
            </a:r>
            <a:r>
              <a:rPr lang="en-US" sz="900" dirty="0" err="1">
                <a:solidFill>
                  <a:srgbClr val="B12412"/>
                </a:solidFill>
                <a:latin typeface="Menlo"/>
                <a:ea typeface="Menlo"/>
                <a:cs typeface="Menlo"/>
              </a:rPr>
              <a:t>bootstrap.min.js</a:t>
            </a:r>
            <a:r>
              <a:rPr lang="en-US" sz="900" dirty="0">
                <a:solidFill>
                  <a:srgbClr val="B12412"/>
                </a:solidFill>
                <a:latin typeface="Menlo"/>
                <a:ea typeface="Menlo"/>
                <a:cs typeface="Menlo"/>
              </a:rPr>
              <a:t>"</a:t>
            </a:r>
            <a:r>
              <a:rPr lang="en-US" sz="900" dirty="0">
                <a:solidFill>
                  <a:srgbClr val="00A3AF"/>
                </a:solidFill>
                <a:latin typeface="Menlo"/>
                <a:ea typeface="Menlo"/>
                <a:cs typeface="Menlo"/>
              </a:rPr>
              <a:t>&gt;&lt;/</a:t>
            </a:r>
            <a:r>
              <a:rPr lang="en-US" sz="900" dirty="0">
                <a:solidFill>
                  <a:srgbClr val="B7660A"/>
                </a:solidFill>
                <a:latin typeface="Menlo"/>
                <a:ea typeface="Menlo"/>
                <a:cs typeface="Menlo"/>
              </a:rPr>
              <a:t>script</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head</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body</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endParaRPr lang="en-US" sz="900" dirty="0">
              <a:solidFill>
                <a:srgbClr val="4C2F2D"/>
              </a:solidFill>
              <a:latin typeface="Menlo"/>
              <a:ea typeface="Menlo"/>
              <a:cs typeface="Menlo"/>
            </a:endParaRPr>
          </a:p>
          <a:p>
            <a:pPr marL="0" indent="0">
              <a:buNone/>
            </a:pP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class</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"container"</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class</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a:t>
            </a:r>
            <a:r>
              <a:rPr lang="en-US" sz="900" dirty="0" err="1">
                <a:solidFill>
                  <a:srgbClr val="B12412"/>
                </a:solidFill>
                <a:latin typeface="Menlo"/>
                <a:ea typeface="Menlo"/>
                <a:cs typeface="Menlo"/>
              </a:rPr>
              <a:t>jumbotron</a:t>
            </a:r>
            <a:r>
              <a:rPr lang="en-US" sz="900" dirty="0">
                <a:solidFill>
                  <a:srgbClr val="B12412"/>
                </a:solidFill>
                <a:latin typeface="Menlo"/>
                <a:ea typeface="Menlo"/>
                <a:cs typeface="Menlo"/>
              </a:rPr>
              <a:t>"</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h1</a:t>
            </a:r>
            <a:r>
              <a:rPr lang="en-US" sz="900" dirty="0">
                <a:solidFill>
                  <a:srgbClr val="00A3AF"/>
                </a:solidFill>
                <a:latin typeface="Menlo"/>
                <a:ea typeface="Menlo"/>
                <a:cs typeface="Menlo"/>
              </a:rPr>
              <a:t>&gt;</a:t>
            </a:r>
            <a:r>
              <a:rPr lang="en-US" sz="900" dirty="0">
                <a:solidFill>
                  <a:srgbClr val="C02DC0"/>
                </a:solidFill>
                <a:latin typeface="Menlo"/>
                <a:ea typeface="Menlo"/>
                <a:cs typeface="Menlo"/>
              </a:rPr>
              <a:t>My First Bootstrap Page</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h1</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r>
              <a:rPr lang="en-US" sz="900" dirty="0">
                <a:solidFill>
                  <a:srgbClr val="4C2F2D"/>
                </a:solidFill>
                <a:latin typeface="Menlo"/>
                <a:ea typeface="Menlo"/>
                <a:cs typeface="Menlo"/>
              </a:rPr>
              <a:t>Resize this responsive page to see the effect!</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r>
              <a:rPr lang="en-US" sz="900" dirty="0">
                <a:solidFill>
                  <a:srgbClr val="4C2F2D"/>
                </a:solidFill>
                <a:latin typeface="Menlo"/>
                <a:ea typeface="Menlo"/>
                <a:cs typeface="Menlo"/>
              </a:rPr>
              <a:t> </a:t>
            </a: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&gt;</a:t>
            </a:r>
            <a:endParaRPr lang="en-US" sz="900" dirty="0"/>
          </a:p>
        </p:txBody>
      </p:sp>
      <p:sp>
        <p:nvSpPr>
          <p:cNvPr id="4" name="Date Placeholder 3"/>
          <p:cNvSpPr>
            <a:spLocks noGrp="1"/>
          </p:cNvSpPr>
          <p:nvPr>
            <p:ph type="dt" sz="half" idx="10"/>
          </p:nvPr>
        </p:nvSpPr>
        <p:spPr/>
        <p:txBody>
          <a:bodyPr/>
          <a:lstStyle/>
          <a:p>
            <a:fld id="{C255CAE6-C0D4-1C47-8CD6-6CBF4105A79E}"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9</a:t>
            </a:fld>
            <a:endParaRPr lang="en-US"/>
          </a:p>
        </p:txBody>
      </p:sp>
    </p:spTree>
    <p:extLst>
      <p:ext uri="{BB962C8B-B14F-4D97-AF65-F5344CB8AC3E}">
        <p14:creationId xmlns:p14="http://schemas.microsoft.com/office/powerpoint/2010/main" val="12209025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class</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"row"</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class</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"col-sm-4"</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h3</a:t>
            </a:r>
            <a:r>
              <a:rPr lang="en-US" sz="900" dirty="0">
                <a:solidFill>
                  <a:srgbClr val="00A3AF"/>
                </a:solidFill>
                <a:latin typeface="Menlo"/>
                <a:ea typeface="Menlo"/>
                <a:cs typeface="Menlo"/>
              </a:rPr>
              <a:t>&gt;</a:t>
            </a:r>
            <a:r>
              <a:rPr lang="en-US" sz="900" dirty="0">
                <a:solidFill>
                  <a:srgbClr val="C02DC0"/>
                </a:solidFill>
                <a:latin typeface="Menlo"/>
                <a:ea typeface="Menlo"/>
                <a:cs typeface="Menlo"/>
              </a:rPr>
              <a:t>Column 1</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h3</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r>
              <a:rPr lang="en-US" sz="900" dirty="0" err="1">
                <a:solidFill>
                  <a:srgbClr val="4C2F2D"/>
                </a:solidFill>
                <a:latin typeface="Menlo"/>
                <a:ea typeface="Menlo"/>
                <a:cs typeface="Menlo"/>
              </a:rPr>
              <a:t>Lorem</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ipsum</a:t>
            </a:r>
            <a:r>
              <a:rPr lang="en-US" sz="900" dirty="0">
                <a:solidFill>
                  <a:srgbClr val="4C2F2D"/>
                </a:solidFill>
                <a:latin typeface="Menlo"/>
                <a:ea typeface="Menlo"/>
                <a:cs typeface="Menlo"/>
              </a:rPr>
              <a:t> dolor sit </a:t>
            </a:r>
            <a:r>
              <a:rPr lang="en-US" sz="900" dirty="0" err="1">
                <a:solidFill>
                  <a:srgbClr val="4C2F2D"/>
                </a:solidFill>
                <a:latin typeface="Menlo"/>
                <a:ea typeface="Menlo"/>
                <a:cs typeface="Menlo"/>
              </a:rPr>
              <a:t>amet</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consectetur</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r>
              <a:rPr lang="en-US" sz="900" dirty="0" err="1">
                <a:solidFill>
                  <a:srgbClr val="4C2F2D"/>
                </a:solidFill>
                <a:latin typeface="Menlo"/>
                <a:ea typeface="Menlo"/>
                <a:cs typeface="Menlo"/>
              </a:rPr>
              <a:t>Ut</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enim</a:t>
            </a:r>
            <a:r>
              <a:rPr lang="en-US" sz="900" dirty="0">
                <a:solidFill>
                  <a:srgbClr val="4C2F2D"/>
                </a:solidFill>
                <a:latin typeface="Menlo"/>
                <a:ea typeface="Menlo"/>
                <a:cs typeface="Menlo"/>
              </a:rPr>
              <a:t> ad minim </a:t>
            </a:r>
            <a:r>
              <a:rPr lang="en-US" sz="900" dirty="0" err="1">
                <a:solidFill>
                  <a:srgbClr val="4C2F2D"/>
                </a:solidFill>
                <a:latin typeface="Menlo"/>
                <a:ea typeface="Menlo"/>
                <a:cs typeface="Menlo"/>
              </a:rPr>
              <a:t>veniam</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quis</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nostrud</a:t>
            </a: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class</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"col-sm-4"</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h3</a:t>
            </a:r>
            <a:r>
              <a:rPr lang="en-US" sz="900" dirty="0">
                <a:solidFill>
                  <a:srgbClr val="00A3AF"/>
                </a:solidFill>
                <a:latin typeface="Menlo"/>
                <a:ea typeface="Menlo"/>
                <a:cs typeface="Menlo"/>
              </a:rPr>
              <a:t>&gt;</a:t>
            </a:r>
            <a:r>
              <a:rPr lang="en-US" sz="900" dirty="0">
                <a:solidFill>
                  <a:srgbClr val="C02DC0"/>
                </a:solidFill>
                <a:latin typeface="Menlo"/>
                <a:ea typeface="Menlo"/>
                <a:cs typeface="Menlo"/>
              </a:rPr>
              <a:t>Column 2</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h3</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r>
              <a:rPr lang="en-US" sz="900" dirty="0" err="1">
                <a:solidFill>
                  <a:srgbClr val="4C2F2D"/>
                </a:solidFill>
                <a:latin typeface="Menlo"/>
                <a:ea typeface="Menlo"/>
                <a:cs typeface="Menlo"/>
              </a:rPr>
              <a:t>Lorem</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ipsum</a:t>
            </a:r>
            <a:r>
              <a:rPr lang="en-US" sz="900" dirty="0">
                <a:solidFill>
                  <a:srgbClr val="4C2F2D"/>
                </a:solidFill>
                <a:latin typeface="Menlo"/>
                <a:ea typeface="Menlo"/>
                <a:cs typeface="Menlo"/>
              </a:rPr>
              <a:t> dolor sit </a:t>
            </a:r>
            <a:r>
              <a:rPr lang="en-US" sz="900" dirty="0" err="1">
                <a:solidFill>
                  <a:srgbClr val="4C2F2D"/>
                </a:solidFill>
                <a:latin typeface="Menlo"/>
                <a:ea typeface="Menlo"/>
                <a:cs typeface="Menlo"/>
              </a:rPr>
              <a:t>amet</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consectetur</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r>
              <a:rPr lang="en-US" sz="900" dirty="0" err="1">
                <a:solidFill>
                  <a:srgbClr val="4C2F2D"/>
                </a:solidFill>
                <a:latin typeface="Menlo"/>
                <a:ea typeface="Menlo"/>
                <a:cs typeface="Menlo"/>
              </a:rPr>
              <a:t>Ut</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enim</a:t>
            </a:r>
            <a:r>
              <a:rPr lang="en-US" sz="900" dirty="0">
                <a:solidFill>
                  <a:srgbClr val="4C2F2D"/>
                </a:solidFill>
                <a:latin typeface="Menlo"/>
                <a:ea typeface="Menlo"/>
                <a:cs typeface="Menlo"/>
              </a:rPr>
              <a:t> ad minim </a:t>
            </a:r>
            <a:r>
              <a:rPr lang="en-US" sz="900" dirty="0" err="1">
                <a:solidFill>
                  <a:srgbClr val="4C2F2D"/>
                </a:solidFill>
                <a:latin typeface="Menlo"/>
                <a:ea typeface="Menlo"/>
                <a:cs typeface="Menlo"/>
              </a:rPr>
              <a:t>veniam</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quis</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nostrud</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 </a:t>
            </a:r>
            <a:r>
              <a:rPr lang="en-US" sz="900" dirty="0">
                <a:solidFill>
                  <a:srgbClr val="00A500"/>
                </a:solidFill>
                <a:latin typeface="Menlo"/>
                <a:ea typeface="Menlo"/>
                <a:cs typeface="Menlo"/>
              </a:rPr>
              <a:t>class</a:t>
            </a:r>
            <a:r>
              <a:rPr lang="en-US" sz="900" dirty="0">
                <a:solidFill>
                  <a:srgbClr val="00A3AF"/>
                </a:solidFill>
                <a:latin typeface="Menlo"/>
                <a:ea typeface="Menlo"/>
                <a:cs typeface="Menlo"/>
              </a:rPr>
              <a:t>=</a:t>
            </a:r>
            <a:r>
              <a:rPr lang="en-US" sz="900" dirty="0">
                <a:solidFill>
                  <a:srgbClr val="B12412"/>
                </a:solidFill>
                <a:latin typeface="Menlo"/>
                <a:ea typeface="Menlo"/>
                <a:cs typeface="Menlo"/>
              </a:rPr>
              <a:t>"col-sm-4"</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h3</a:t>
            </a:r>
            <a:r>
              <a:rPr lang="en-US" sz="900" dirty="0">
                <a:solidFill>
                  <a:srgbClr val="00A3AF"/>
                </a:solidFill>
                <a:latin typeface="Menlo"/>
                <a:ea typeface="Menlo"/>
                <a:cs typeface="Menlo"/>
              </a:rPr>
              <a:t>&gt;</a:t>
            </a:r>
            <a:r>
              <a:rPr lang="en-US" sz="900" dirty="0">
                <a:solidFill>
                  <a:srgbClr val="C02DC0"/>
                </a:solidFill>
                <a:latin typeface="Menlo"/>
                <a:ea typeface="Menlo"/>
                <a:cs typeface="Menlo"/>
              </a:rPr>
              <a:t>Column 3</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h3</a:t>
            </a:r>
            <a:r>
              <a:rPr lang="en-US" sz="900" dirty="0">
                <a:solidFill>
                  <a:srgbClr val="00A3AF"/>
                </a:solidFill>
                <a:latin typeface="Menlo"/>
                <a:ea typeface="Menlo"/>
                <a:cs typeface="Menlo"/>
              </a:rPr>
              <a:t>&gt;</a:t>
            </a:r>
            <a:r>
              <a:rPr lang="en-US" sz="900" dirty="0">
                <a:solidFill>
                  <a:srgbClr val="4C2F2D"/>
                </a:solidFill>
                <a:latin typeface="Menlo"/>
                <a:ea typeface="Menlo"/>
                <a:cs typeface="Menlo"/>
              </a:rPr>
              <a:t>        </a:t>
            </a: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r>
              <a:rPr lang="en-US" sz="900" dirty="0" err="1">
                <a:solidFill>
                  <a:srgbClr val="4C2F2D"/>
                </a:solidFill>
                <a:latin typeface="Menlo"/>
                <a:ea typeface="Menlo"/>
                <a:cs typeface="Menlo"/>
              </a:rPr>
              <a:t>Lorem</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ipsum</a:t>
            </a:r>
            <a:r>
              <a:rPr lang="en-US" sz="900" dirty="0">
                <a:solidFill>
                  <a:srgbClr val="4C2F2D"/>
                </a:solidFill>
                <a:latin typeface="Menlo"/>
                <a:ea typeface="Menlo"/>
                <a:cs typeface="Menlo"/>
              </a:rPr>
              <a:t> dolor sit </a:t>
            </a:r>
            <a:r>
              <a:rPr lang="en-US" sz="900" dirty="0" err="1">
                <a:solidFill>
                  <a:srgbClr val="4C2F2D"/>
                </a:solidFill>
                <a:latin typeface="Menlo"/>
                <a:ea typeface="Menlo"/>
                <a:cs typeface="Menlo"/>
              </a:rPr>
              <a:t>amet</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consectetur</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r>
              <a:rPr lang="en-US" sz="900" dirty="0" err="1">
                <a:solidFill>
                  <a:srgbClr val="4C2F2D"/>
                </a:solidFill>
                <a:latin typeface="Menlo"/>
                <a:ea typeface="Menlo"/>
                <a:cs typeface="Menlo"/>
              </a:rPr>
              <a:t>Ut</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enim</a:t>
            </a:r>
            <a:r>
              <a:rPr lang="en-US" sz="900" dirty="0">
                <a:solidFill>
                  <a:srgbClr val="4C2F2D"/>
                </a:solidFill>
                <a:latin typeface="Menlo"/>
                <a:ea typeface="Menlo"/>
                <a:cs typeface="Menlo"/>
              </a:rPr>
              <a:t> ad minim </a:t>
            </a:r>
            <a:r>
              <a:rPr lang="en-US" sz="900" dirty="0" err="1">
                <a:solidFill>
                  <a:srgbClr val="4C2F2D"/>
                </a:solidFill>
                <a:latin typeface="Menlo"/>
                <a:ea typeface="Menlo"/>
                <a:cs typeface="Menlo"/>
              </a:rPr>
              <a:t>veniam</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quis</a:t>
            </a:r>
            <a:r>
              <a:rPr lang="en-US" sz="900" dirty="0">
                <a:solidFill>
                  <a:srgbClr val="4C2F2D"/>
                </a:solidFill>
                <a:latin typeface="Menlo"/>
                <a:ea typeface="Menlo"/>
                <a:cs typeface="Menlo"/>
              </a:rPr>
              <a:t> </a:t>
            </a:r>
            <a:r>
              <a:rPr lang="en-US" sz="900" dirty="0" err="1">
                <a:solidFill>
                  <a:srgbClr val="4C2F2D"/>
                </a:solidFill>
                <a:latin typeface="Menlo"/>
                <a:ea typeface="Menlo"/>
                <a:cs typeface="Menlo"/>
              </a:rPr>
              <a:t>nostrud</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p</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4C2F2D"/>
                </a:solidFill>
                <a:latin typeface="Menlo"/>
                <a:ea typeface="Menlo"/>
                <a:cs typeface="Menlo"/>
              </a:rPr>
              <a:t>  </a:t>
            </a: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div</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body</a:t>
            </a:r>
            <a:r>
              <a:rPr lang="en-US" sz="900" dirty="0">
                <a:solidFill>
                  <a:srgbClr val="00A3AF"/>
                </a:solidFill>
                <a:latin typeface="Menlo"/>
                <a:ea typeface="Menlo"/>
                <a:cs typeface="Menlo"/>
              </a:rPr>
              <a:t>&gt;</a:t>
            </a:r>
            <a:endParaRPr lang="en-US" sz="900" dirty="0">
              <a:solidFill>
                <a:srgbClr val="4C2F2D"/>
              </a:solidFill>
              <a:latin typeface="Menlo"/>
              <a:ea typeface="Menlo"/>
              <a:cs typeface="Menlo"/>
            </a:endParaRPr>
          </a:p>
          <a:p>
            <a:pPr marL="0" indent="0">
              <a:buNone/>
            </a:pPr>
            <a:r>
              <a:rPr lang="en-US" sz="900" dirty="0">
                <a:solidFill>
                  <a:srgbClr val="00A3AF"/>
                </a:solidFill>
                <a:latin typeface="Menlo"/>
                <a:ea typeface="Menlo"/>
                <a:cs typeface="Menlo"/>
              </a:rPr>
              <a:t>&lt;/</a:t>
            </a:r>
            <a:r>
              <a:rPr lang="en-US" sz="900" dirty="0">
                <a:solidFill>
                  <a:srgbClr val="B7660A"/>
                </a:solidFill>
                <a:latin typeface="Menlo"/>
                <a:ea typeface="Menlo"/>
                <a:cs typeface="Menlo"/>
              </a:rPr>
              <a:t>html</a:t>
            </a:r>
            <a:r>
              <a:rPr lang="en-US" sz="900" dirty="0">
                <a:solidFill>
                  <a:srgbClr val="00A3AF"/>
                </a:solidFill>
                <a:latin typeface="Menlo"/>
                <a:ea typeface="Menlo"/>
                <a:cs typeface="Menlo"/>
              </a:rPr>
              <a:t>&gt;</a:t>
            </a:r>
            <a:endParaRPr lang="en-US" sz="900" dirty="0"/>
          </a:p>
        </p:txBody>
      </p:sp>
      <p:sp>
        <p:nvSpPr>
          <p:cNvPr id="4" name="Date Placeholder 3"/>
          <p:cNvSpPr>
            <a:spLocks noGrp="1"/>
          </p:cNvSpPr>
          <p:nvPr>
            <p:ph type="dt" sz="half" idx="10"/>
          </p:nvPr>
        </p:nvSpPr>
        <p:spPr/>
        <p:txBody>
          <a:bodyPr/>
          <a:lstStyle/>
          <a:p>
            <a:fld id="{E4ED69EA-A446-DD4F-A8D3-7BE297F8B997}"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10</a:t>
            </a:fld>
            <a:endParaRPr lang="en-US"/>
          </a:p>
        </p:txBody>
      </p:sp>
    </p:spTree>
    <p:extLst>
      <p:ext uri="{BB962C8B-B14F-4D97-AF65-F5344CB8AC3E}">
        <p14:creationId xmlns:p14="http://schemas.microsoft.com/office/powerpoint/2010/main" val="41152107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4D4E703D-8AA9-8C47-98F4-43E5E04C8F5F}" type="datetime1">
              <a:rPr lang="en-US" smtClean="0"/>
              <a:t>10/28/20</a:t>
            </a:fld>
            <a:endParaRPr lang="en-US"/>
          </a:p>
        </p:txBody>
      </p:sp>
      <p:sp>
        <p:nvSpPr>
          <p:cNvPr id="6" name="Footer Placeholder 5"/>
          <p:cNvSpPr>
            <a:spLocks noGrp="1"/>
          </p:cNvSpPr>
          <p:nvPr>
            <p:ph type="ftr" sz="quarter" idx="11"/>
          </p:nvPr>
        </p:nvSpPr>
        <p:spPr/>
        <p:txBody>
          <a:bodyPr/>
          <a:lstStyle/>
          <a:p>
            <a:r>
              <a:rPr lang="en-US"/>
              <a:t>© Steve Beaty and others</a:t>
            </a:r>
          </a:p>
        </p:txBody>
      </p:sp>
      <p:sp>
        <p:nvSpPr>
          <p:cNvPr id="7" name="Slide Number Placeholder 6"/>
          <p:cNvSpPr>
            <a:spLocks noGrp="1"/>
          </p:cNvSpPr>
          <p:nvPr>
            <p:ph type="sldNum" sz="quarter" idx="12"/>
          </p:nvPr>
        </p:nvSpPr>
        <p:spPr/>
        <p:txBody>
          <a:bodyPr/>
          <a:lstStyle/>
          <a:p>
            <a:fld id="{CC27378F-8C43-E742-85C1-5A5C7A921209}" type="slidenum">
              <a:rPr lang="en-US" smtClean="0"/>
              <a:t>11</a:t>
            </a:fld>
            <a:endParaRPr lang="en-US"/>
          </a:p>
        </p:txBody>
      </p:sp>
      <p:pic>
        <p:nvPicPr>
          <p:cNvPr id="4" name="Content Placeholder 3" descr="Screen Shot 2016-04-05 at 8.39.32 PM.png"/>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427163" y="206375"/>
            <a:ext cx="6289675" cy="4387850"/>
          </a:xfrm>
        </p:spPr>
      </p:pic>
    </p:spTree>
    <p:extLst>
      <p:ext uri="{BB962C8B-B14F-4D97-AF65-F5344CB8AC3E}">
        <p14:creationId xmlns:p14="http://schemas.microsoft.com/office/powerpoint/2010/main" val="28323145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2331B5D-E95D-834C-B6BC-7D3867AB3724}" type="datetime1">
              <a:rPr lang="en-US" smtClean="0"/>
              <a:t>10/28/20</a:t>
            </a:fld>
            <a:endParaRPr lang="en-US"/>
          </a:p>
        </p:txBody>
      </p:sp>
      <p:sp>
        <p:nvSpPr>
          <p:cNvPr id="6" name="Footer Placeholder 5"/>
          <p:cNvSpPr>
            <a:spLocks noGrp="1"/>
          </p:cNvSpPr>
          <p:nvPr>
            <p:ph type="ftr" sz="quarter" idx="11"/>
          </p:nvPr>
        </p:nvSpPr>
        <p:spPr/>
        <p:txBody>
          <a:bodyPr/>
          <a:lstStyle/>
          <a:p>
            <a:r>
              <a:rPr lang="en-US"/>
              <a:t>© Steve Beaty and others</a:t>
            </a:r>
          </a:p>
        </p:txBody>
      </p:sp>
      <p:sp>
        <p:nvSpPr>
          <p:cNvPr id="7" name="Slide Number Placeholder 6"/>
          <p:cNvSpPr>
            <a:spLocks noGrp="1"/>
          </p:cNvSpPr>
          <p:nvPr>
            <p:ph type="sldNum" sz="quarter" idx="12"/>
          </p:nvPr>
        </p:nvSpPr>
        <p:spPr/>
        <p:txBody>
          <a:bodyPr/>
          <a:lstStyle/>
          <a:p>
            <a:fld id="{CC27378F-8C43-E742-85C1-5A5C7A921209}" type="slidenum">
              <a:rPr lang="en-US" smtClean="0"/>
              <a:t>12</a:t>
            </a:fld>
            <a:endParaRPr lang="en-US"/>
          </a:p>
        </p:txBody>
      </p:sp>
      <p:pic>
        <p:nvPicPr>
          <p:cNvPr id="4" name="Content Placeholder 3" descr="Screen Shot 2016-04-05 at 8.39.43 PM.png"/>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2326481" y="371780"/>
            <a:ext cx="4491038" cy="4222445"/>
          </a:xfrm>
        </p:spPr>
      </p:pic>
    </p:spTree>
    <p:extLst>
      <p:ext uri="{BB962C8B-B14F-4D97-AF65-F5344CB8AC3E}">
        <p14:creationId xmlns:p14="http://schemas.microsoft.com/office/powerpoint/2010/main" val="1334930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B4CE5C9-1E04-0C42-8358-3209F9BE64F9}" type="datetime1">
              <a:rPr lang="en-US" smtClean="0"/>
              <a:t>10/28/20</a:t>
            </a:fld>
            <a:endParaRPr lang="en-US"/>
          </a:p>
        </p:txBody>
      </p:sp>
      <p:sp>
        <p:nvSpPr>
          <p:cNvPr id="6" name="Footer Placeholder 5"/>
          <p:cNvSpPr>
            <a:spLocks noGrp="1"/>
          </p:cNvSpPr>
          <p:nvPr>
            <p:ph type="ftr" sz="quarter" idx="11"/>
          </p:nvPr>
        </p:nvSpPr>
        <p:spPr/>
        <p:txBody>
          <a:bodyPr/>
          <a:lstStyle/>
          <a:p>
            <a:r>
              <a:rPr lang="en-US"/>
              <a:t>© Steve Beaty and others</a:t>
            </a:r>
          </a:p>
        </p:txBody>
      </p:sp>
      <p:sp>
        <p:nvSpPr>
          <p:cNvPr id="7" name="Slide Number Placeholder 6"/>
          <p:cNvSpPr>
            <a:spLocks noGrp="1"/>
          </p:cNvSpPr>
          <p:nvPr>
            <p:ph type="sldNum" sz="quarter" idx="12"/>
          </p:nvPr>
        </p:nvSpPr>
        <p:spPr/>
        <p:txBody>
          <a:bodyPr/>
          <a:lstStyle/>
          <a:p>
            <a:fld id="{CC27378F-8C43-E742-85C1-5A5C7A921209}" type="slidenum">
              <a:rPr lang="en-US" smtClean="0"/>
              <a:t>13</a:t>
            </a:fld>
            <a:endParaRPr lang="en-US"/>
          </a:p>
        </p:txBody>
      </p:sp>
      <p:pic>
        <p:nvPicPr>
          <p:cNvPr id="4" name="Content Placeholder 3" descr="Screen Shot 2016-04-05 at 8.39.51 PM.png"/>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2414588" y="187325"/>
            <a:ext cx="4314825" cy="4406900"/>
          </a:xfrm>
        </p:spPr>
      </p:pic>
    </p:spTree>
    <p:extLst>
      <p:ext uri="{BB962C8B-B14F-4D97-AF65-F5344CB8AC3E}">
        <p14:creationId xmlns:p14="http://schemas.microsoft.com/office/powerpoint/2010/main" val="28120834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Twelve-column Grid</a:t>
            </a:r>
          </a:p>
        </p:txBody>
      </p:sp>
      <p:pic>
        <p:nvPicPr>
          <p:cNvPr id="4" name="Content Placeholder 3" descr="Screen Shot 2016-04-05 at 8.50.56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33072"/>
            <a:ext cx="8229600" cy="2728230"/>
          </a:xfrm>
        </p:spPr>
      </p:pic>
      <p:sp>
        <p:nvSpPr>
          <p:cNvPr id="5" name="Date Placeholder 4"/>
          <p:cNvSpPr>
            <a:spLocks noGrp="1"/>
          </p:cNvSpPr>
          <p:nvPr>
            <p:ph type="dt" sz="half" idx="10"/>
          </p:nvPr>
        </p:nvSpPr>
        <p:spPr/>
        <p:txBody>
          <a:bodyPr/>
          <a:lstStyle/>
          <a:p>
            <a:fld id="{9A6828C1-44D1-D64C-BC6A-8B8ED5FABA3A}" type="datetime1">
              <a:rPr lang="en-US" smtClean="0"/>
              <a:t>10/28/20</a:t>
            </a:fld>
            <a:endParaRPr lang="en-US"/>
          </a:p>
        </p:txBody>
      </p:sp>
      <p:sp>
        <p:nvSpPr>
          <p:cNvPr id="6" name="Footer Placeholder 5"/>
          <p:cNvSpPr>
            <a:spLocks noGrp="1"/>
          </p:cNvSpPr>
          <p:nvPr>
            <p:ph type="ftr" sz="quarter" idx="11"/>
          </p:nvPr>
        </p:nvSpPr>
        <p:spPr/>
        <p:txBody>
          <a:bodyPr/>
          <a:lstStyle/>
          <a:p>
            <a:r>
              <a:rPr lang="en-US"/>
              <a:t>© Steve Beaty and others</a:t>
            </a:r>
          </a:p>
        </p:txBody>
      </p:sp>
      <p:sp>
        <p:nvSpPr>
          <p:cNvPr id="7" name="Slide Number Placeholder 6"/>
          <p:cNvSpPr>
            <a:spLocks noGrp="1"/>
          </p:cNvSpPr>
          <p:nvPr>
            <p:ph type="sldNum" sz="quarter" idx="12"/>
          </p:nvPr>
        </p:nvSpPr>
        <p:spPr/>
        <p:txBody>
          <a:bodyPr/>
          <a:lstStyle/>
          <a:p>
            <a:fld id="{CC27378F-8C43-E742-85C1-5A5C7A921209}" type="slidenum">
              <a:rPr lang="en-US" smtClean="0"/>
              <a:t>14</a:t>
            </a:fld>
            <a:endParaRPr lang="en-US"/>
          </a:p>
        </p:txBody>
      </p:sp>
    </p:spTree>
    <p:extLst>
      <p:ext uri="{BB962C8B-B14F-4D97-AF65-F5344CB8AC3E}">
        <p14:creationId xmlns:p14="http://schemas.microsoft.com/office/powerpoint/2010/main" val="17718986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Sizes</a:t>
            </a:r>
          </a:p>
        </p:txBody>
      </p:sp>
      <p:sp>
        <p:nvSpPr>
          <p:cNvPr id="3" name="Content Placeholder 2"/>
          <p:cNvSpPr>
            <a:spLocks noGrp="1"/>
          </p:cNvSpPr>
          <p:nvPr>
            <p:ph idx="1"/>
          </p:nvPr>
        </p:nvSpPr>
        <p:spPr/>
        <p:txBody>
          <a:bodyPr/>
          <a:lstStyle/>
          <a:p>
            <a:r>
              <a:rPr lang="en-US" dirty="0" err="1"/>
              <a:t>xs</a:t>
            </a:r>
            <a:r>
              <a:rPr lang="en-US" dirty="0"/>
              <a:t> (for phones)</a:t>
            </a:r>
          </a:p>
          <a:p>
            <a:r>
              <a:rPr lang="en-US" dirty="0" err="1"/>
              <a:t>sm</a:t>
            </a:r>
            <a:r>
              <a:rPr lang="en-US" dirty="0"/>
              <a:t> (for tablets)</a:t>
            </a:r>
          </a:p>
          <a:p>
            <a:r>
              <a:rPr lang="en-US" dirty="0"/>
              <a:t>md (for desktops)</a:t>
            </a:r>
          </a:p>
          <a:p>
            <a:r>
              <a:rPr lang="en-US" dirty="0" err="1"/>
              <a:t>lg</a:t>
            </a:r>
            <a:r>
              <a:rPr lang="en-US" dirty="0"/>
              <a:t> (for larger desktops)</a:t>
            </a:r>
          </a:p>
          <a:p>
            <a:endParaRPr lang="en-US" dirty="0"/>
          </a:p>
        </p:txBody>
      </p:sp>
      <p:sp>
        <p:nvSpPr>
          <p:cNvPr id="4" name="Date Placeholder 3"/>
          <p:cNvSpPr>
            <a:spLocks noGrp="1"/>
          </p:cNvSpPr>
          <p:nvPr>
            <p:ph type="dt" sz="half" idx="10"/>
          </p:nvPr>
        </p:nvSpPr>
        <p:spPr/>
        <p:txBody>
          <a:bodyPr/>
          <a:lstStyle/>
          <a:p>
            <a:fld id="{13665E49-C0AE-AF4C-A0E6-4477FC3706B1}"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15</a:t>
            </a:fld>
            <a:endParaRPr lang="en-US"/>
          </a:p>
        </p:txBody>
      </p:sp>
    </p:spTree>
    <p:extLst>
      <p:ext uri="{BB962C8B-B14F-4D97-AF65-F5344CB8AC3E}">
        <p14:creationId xmlns:p14="http://schemas.microsoft.com/office/powerpoint/2010/main" val="10324161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p:txBody>
          <a:bodyPr/>
          <a:lstStyle/>
          <a:p>
            <a:r>
              <a:rPr lang="en-US" dirty="0"/>
              <a:t>The classes for text colors are: .text-muted, .text-primary, .text-success, .text-info, .text-warning, and .text-danger</a:t>
            </a:r>
          </a:p>
          <a:p>
            <a:r>
              <a:rPr lang="en-US" dirty="0"/>
              <a:t>The classes for background colors are: .</a:t>
            </a:r>
            <a:r>
              <a:rPr lang="en-US" dirty="0" err="1"/>
              <a:t>bg</a:t>
            </a:r>
            <a:r>
              <a:rPr lang="en-US" dirty="0"/>
              <a:t>-primary, .</a:t>
            </a:r>
            <a:r>
              <a:rPr lang="en-US" dirty="0" err="1"/>
              <a:t>bg</a:t>
            </a:r>
            <a:r>
              <a:rPr lang="en-US" dirty="0"/>
              <a:t>-success, </a:t>
            </a:r>
            <a:r>
              <a:rPr lang="en-US" dirty="0" err="1"/>
              <a:t>bg</a:t>
            </a:r>
            <a:r>
              <a:rPr lang="en-US" dirty="0"/>
              <a:t>-info, </a:t>
            </a:r>
            <a:r>
              <a:rPr lang="en-US" dirty="0" err="1"/>
              <a:t>bg</a:t>
            </a:r>
            <a:r>
              <a:rPr lang="en-US" dirty="0"/>
              <a:t>-warning, and .</a:t>
            </a:r>
            <a:r>
              <a:rPr lang="en-US" dirty="0" err="1"/>
              <a:t>bg</a:t>
            </a:r>
            <a:r>
              <a:rPr lang="en-US" dirty="0"/>
              <a:t>-danger</a:t>
            </a:r>
          </a:p>
        </p:txBody>
      </p:sp>
      <p:sp>
        <p:nvSpPr>
          <p:cNvPr id="4" name="Date Placeholder 3"/>
          <p:cNvSpPr>
            <a:spLocks noGrp="1"/>
          </p:cNvSpPr>
          <p:nvPr>
            <p:ph type="dt" sz="half" idx="10"/>
          </p:nvPr>
        </p:nvSpPr>
        <p:spPr/>
        <p:txBody>
          <a:bodyPr/>
          <a:lstStyle/>
          <a:p>
            <a:fld id="{38C26D10-71EC-7F4A-A812-B1FCD13DA85F}"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16</a:t>
            </a:fld>
            <a:endParaRPr lang="en-US"/>
          </a:p>
        </p:txBody>
      </p:sp>
    </p:spTree>
    <p:extLst>
      <p:ext uri="{BB962C8B-B14F-4D97-AF65-F5344CB8AC3E}">
        <p14:creationId xmlns:p14="http://schemas.microsoft.com/office/powerpoint/2010/main" val="41836272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Styles</a:t>
            </a:r>
          </a:p>
        </p:txBody>
      </p:sp>
      <p:sp>
        <p:nvSpPr>
          <p:cNvPr id="3" name="Content Placeholder 2"/>
          <p:cNvSpPr>
            <a:spLocks noGrp="1"/>
          </p:cNvSpPr>
          <p:nvPr>
            <p:ph idx="1"/>
          </p:nvPr>
        </p:nvSpPr>
        <p:spPr/>
        <p:txBody>
          <a:bodyPr>
            <a:normAutofit fontScale="92500" lnSpcReduction="20000"/>
          </a:bodyPr>
          <a:lstStyle/>
          <a:p>
            <a:r>
              <a:rPr lang="en-US" dirty="0"/>
              <a:t>Tables</a:t>
            </a:r>
          </a:p>
          <a:p>
            <a:r>
              <a:rPr lang="en-US" dirty="0"/>
              <a:t>Images</a:t>
            </a:r>
          </a:p>
          <a:p>
            <a:r>
              <a:rPr lang="en-US" dirty="0"/>
              <a:t>Thumbnails</a:t>
            </a:r>
          </a:p>
          <a:p>
            <a:pPr lvl="1"/>
            <a:r>
              <a:rPr lang="en-US" dirty="0"/>
              <a:t>Galleries</a:t>
            </a:r>
          </a:p>
          <a:p>
            <a:r>
              <a:rPr lang="en-US" dirty="0"/>
              <a:t>Video</a:t>
            </a:r>
          </a:p>
          <a:p>
            <a:r>
              <a:rPr lang="en-US" dirty="0"/>
              <a:t>Alerts</a:t>
            </a:r>
          </a:p>
          <a:p>
            <a:r>
              <a:rPr lang="en-US" dirty="0"/>
              <a:t>Buttons</a:t>
            </a:r>
          </a:p>
        </p:txBody>
      </p:sp>
      <p:sp>
        <p:nvSpPr>
          <p:cNvPr id="4" name="Date Placeholder 3"/>
          <p:cNvSpPr>
            <a:spLocks noGrp="1"/>
          </p:cNvSpPr>
          <p:nvPr>
            <p:ph type="dt" sz="half" idx="10"/>
          </p:nvPr>
        </p:nvSpPr>
        <p:spPr/>
        <p:txBody>
          <a:bodyPr/>
          <a:lstStyle/>
          <a:p>
            <a:fld id="{969C810A-8741-8146-91BB-B87D1D7E938F}"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17</a:t>
            </a:fld>
            <a:endParaRPr lang="en-US"/>
          </a:p>
        </p:txBody>
      </p:sp>
    </p:spTree>
    <p:extLst>
      <p:ext uri="{BB962C8B-B14F-4D97-AF65-F5344CB8AC3E}">
        <p14:creationId xmlns:p14="http://schemas.microsoft.com/office/powerpoint/2010/main" val="29158495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Button Group</a:t>
            </a:r>
          </a:p>
        </p:txBody>
      </p:sp>
      <p:sp>
        <p:nvSpPr>
          <p:cNvPr id="3" name="Content Placeholder 2"/>
          <p:cNvSpPr>
            <a:spLocks noGrp="1"/>
          </p:cNvSpPr>
          <p:nvPr>
            <p:ph idx="1"/>
          </p:nvPr>
        </p:nvSpPr>
        <p:spPr/>
        <p:txBody>
          <a:bodyPr>
            <a:normAutofit/>
          </a:bodyPr>
          <a:lstStyle/>
          <a:p>
            <a:pPr marL="0" indent="0">
              <a:buNone/>
            </a:pP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div</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-group"</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type</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"button”</a:t>
            </a:r>
            <a:endParaRPr lang="en-US" sz="1500" dirty="0">
              <a:solidFill>
                <a:srgbClr val="00A3AF"/>
              </a:solidFill>
              <a:latin typeface="Menlo"/>
              <a:ea typeface="Menlo"/>
              <a:cs typeface="Menlo"/>
            </a:endParaRPr>
          </a:p>
          <a:p>
            <a:pPr marL="0" indent="0">
              <a:buNone/>
            </a:pP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 </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-primary"</a:t>
            </a:r>
            <a:r>
              <a:rPr lang="en-US" sz="1500" dirty="0">
                <a:solidFill>
                  <a:srgbClr val="00A3AF"/>
                </a:solidFill>
                <a:latin typeface="Menlo"/>
                <a:ea typeface="Menlo"/>
                <a:cs typeface="Menlo"/>
              </a:rPr>
              <a:t>&gt;</a:t>
            </a:r>
            <a:r>
              <a:rPr lang="en-US" sz="1500" dirty="0">
                <a:solidFill>
                  <a:srgbClr val="4C2F2D"/>
                </a:solidFill>
                <a:latin typeface="Menlo"/>
                <a:ea typeface="Menlo"/>
                <a:cs typeface="Menlo"/>
              </a:rPr>
              <a:t>Apple</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type</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"button”</a:t>
            </a:r>
            <a:endParaRPr lang="en-US" sz="1500" dirty="0">
              <a:solidFill>
                <a:srgbClr val="00A3AF"/>
              </a:solidFill>
              <a:latin typeface="Menlo"/>
              <a:ea typeface="Menlo"/>
              <a:cs typeface="Menlo"/>
            </a:endParaRPr>
          </a:p>
          <a:p>
            <a:pPr marL="0" indent="0">
              <a:buNone/>
            </a:pP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 </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-primary"</a:t>
            </a:r>
            <a:r>
              <a:rPr lang="en-US" sz="1500" dirty="0">
                <a:solidFill>
                  <a:srgbClr val="00A3AF"/>
                </a:solidFill>
                <a:latin typeface="Menlo"/>
                <a:ea typeface="Menlo"/>
                <a:cs typeface="Menlo"/>
              </a:rPr>
              <a:t>&gt;</a:t>
            </a:r>
            <a:r>
              <a:rPr lang="en-US" sz="1500" dirty="0">
                <a:solidFill>
                  <a:srgbClr val="4C2F2D"/>
                </a:solidFill>
                <a:latin typeface="Menlo"/>
                <a:ea typeface="Menlo"/>
                <a:cs typeface="Menlo"/>
              </a:rPr>
              <a:t>Samsung</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type</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"button”</a:t>
            </a:r>
            <a:endParaRPr lang="en-US" sz="1500" dirty="0">
              <a:solidFill>
                <a:srgbClr val="00A3AF"/>
              </a:solidFill>
              <a:latin typeface="Menlo"/>
              <a:ea typeface="Menlo"/>
              <a:cs typeface="Menlo"/>
            </a:endParaRPr>
          </a:p>
          <a:p>
            <a:pPr marL="0" indent="0">
              <a:buNone/>
            </a:pP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 </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-primary"</a:t>
            </a:r>
            <a:r>
              <a:rPr lang="en-US" sz="1500" dirty="0">
                <a:solidFill>
                  <a:srgbClr val="00A3AF"/>
                </a:solidFill>
                <a:latin typeface="Menlo"/>
                <a:ea typeface="Menlo"/>
                <a:cs typeface="Menlo"/>
              </a:rPr>
              <a:t>&gt;</a:t>
            </a:r>
            <a:r>
              <a:rPr lang="en-US" sz="1500" dirty="0">
                <a:solidFill>
                  <a:srgbClr val="4C2F2D"/>
                </a:solidFill>
                <a:latin typeface="Menlo"/>
                <a:ea typeface="Menlo"/>
                <a:cs typeface="Menlo"/>
              </a:rPr>
              <a:t>Sony</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div</a:t>
            </a:r>
            <a:r>
              <a:rPr lang="en-US" sz="1500" dirty="0">
                <a:solidFill>
                  <a:srgbClr val="00A3AF"/>
                </a:solidFill>
                <a:latin typeface="Menlo"/>
                <a:ea typeface="Menlo"/>
                <a:cs typeface="Menlo"/>
              </a:rPr>
              <a:t>&gt;</a:t>
            </a:r>
            <a:endParaRPr lang="en-US" sz="1500" dirty="0"/>
          </a:p>
        </p:txBody>
      </p:sp>
      <p:sp>
        <p:nvSpPr>
          <p:cNvPr id="4" name="Date Placeholder 3"/>
          <p:cNvSpPr>
            <a:spLocks noGrp="1"/>
          </p:cNvSpPr>
          <p:nvPr>
            <p:ph type="dt" sz="half" idx="10"/>
          </p:nvPr>
        </p:nvSpPr>
        <p:spPr/>
        <p:txBody>
          <a:bodyPr/>
          <a:lstStyle/>
          <a:p>
            <a:fld id="{417EE79A-015A-BF47-96D6-7775866401C1}"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18</a:t>
            </a:fld>
            <a:endParaRPr lang="en-US"/>
          </a:p>
        </p:txBody>
      </p:sp>
    </p:spTree>
    <p:extLst>
      <p:ext uri="{BB962C8B-B14F-4D97-AF65-F5344CB8AC3E}">
        <p14:creationId xmlns:p14="http://schemas.microsoft.com/office/powerpoint/2010/main" val="4085851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Button Groups</a:t>
            </a:r>
          </a:p>
        </p:txBody>
      </p:sp>
      <p:sp>
        <p:nvSpPr>
          <p:cNvPr id="3" name="Content Placeholder 2"/>
          <p:cNvSpPr>
            <a:spLocks noGrp="1"/>
          </p:cNvSpPr>
          <p:nvPr>
            <p:ph idx="1"/>
          </p:nvPr>
        </p:nvSpPr>
        <p:spPr/>
        <p:txBody>
          <a:bodyPr/>
          <a:lstStyle/>
          <a:p>
            <a:r>
              <a:rPr lang="en-US" dirty="0"/>
              <a:t>Also vertical</a:t>
            </a:r>
          </a:p>
        </p:txBody>
      </p:sp>
      <p:sp>
        <p:nvSpPr>
          <p:cNvPr id="4" name="Date Placeholder 3"/>
          <p:cNvSpPr>
            <a:spLocks noGrp="1"/>
          </p:cNvSpPr>
          <p:nvPr>
            <p:ph type="dt" sz="half" idx="10"/>
          </p:nvPr>
        </p:nvSpPr>
        <p:spPr/>
        <p:txBody>
          <a:bodyPr/>
          <a:lstStyle/>
          <a:p>
            <a:fld id="{1C92BC3B-03CB-B249-89F7-58BA028203C8}"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19</a:t>
            </a:fld>
            <a:endParaRPr lang="en-US"/>
          </a:p>
        </p:txBody>
      </p:sp>
    </p:spTree>
    <p:extLst>
      <p:ext uri="{BB962C8B-B14F-4D97-AF65-F5344CB8AC3E}">
        <p14:creationId xmlns:p14="http://schemas.microsoft.com/office/powerpoint/2010/main" val="7849324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Button, Drop Down, Caret</a:t>
            </a:r>
          </a:p>
        </p:txBody>
      </p:sp>
      <p:sp>
        <p:nvSpPr>
          <p:cNvPr id="3" name="Content Placeholder 2"/>
          <p:cNvSpPr>
            <a:spLocks noGrp="1"/>
          </p:cNvSpPr>
          <p:nvPr>
            <p:ph idx="1"/>
          </p:nvPr>
        </p:nvSpPr>
        <p:spPr/>
        <p:txBody>
          <a:bodyPr>
            <a:normAutofit/>
          </a:bodyPr>
          <a:lstStyle/>
          <a:p>
            <a:pPr marL="0" indent="0">
              <a:buNone/>
            </a:pP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div</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-group"</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type</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"button"</a:t>
            </a:r>
            <a:endParaRPr lang="en-US" sz="1500" dirty="0">
              <a:solidFill>
                <a:srgbClr val="4C2F2D"/>
              </a:solidFill>
              <a:latin typeface="Menlo"/>
              <a:ea typeface="Menlo"/>
              <a:cs typeface="Menlo"/>
            </a:endParaRPr>
          </a:p>
          <a:p>
            <a:pPr marL="0" indent="0">
              <a:buNone/>
            </a:pP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 </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-primary dropdown-toggle"</a:t>
            </a:r>
            <a:endParaRPr lang="en-US" sz="1500" dirty="0">
              <a:solidFill>
                <a:srgbClr val="4C2F2D"/>
              </a:solidFill>
              <a:latin typeface="Menlo"/>
              <a:ea typeface="Menlo"/>
              <a:cs typeface="Menlo"/>
            </a:endParaRPr>
          </a:p>
          <a:p>
            <a:pPr marL="0" indent="0">
              <a:buNone/>
            </a:pP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data</a:t>
            </a:r>
            <a:r>
              <a:rPr lang="en-US" sz="1500" dirty="0">
                <a:solidFill>
                  <a:srgbClr val="00A3AF"/>
                </a:solidFill>
                <a:latin typeface="Menlo"/>
                <a:ea typeface="Menlo"/>
                <a:cs typeface="Menlo"/>
              </a:rPr>
              <a:t>-toggle=</a:t>
            </a:r>
            <a:r>
              <a:rPr lang="en-US" sz="1500" dirty="0">
                <a:solidFill>
                  <a:srgbClr val="B12412"/>
                </a:solidFill>
                <a:latin typeface="Menlo"/>
                <a:ea typeface="Menlo"/>
                <a:cs typeface="Menlo"/>
              </a:rPr>
              <a:t>"dropdown"</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Sony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span</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"caret"</a:t>
            </a:r>
            <a:r>
              <a:rPr lang="en-US" sz="1500" dirty="0">
                <a:solidFill>
                  <a:srgbClr val="00A3AF"/>
                </a:solidFill>
                <a:latin typeface="Menlo"/>
                <a:ea typeface="Menlo"/>
                <a:cs typeface="Menlo"/>
              </a:rPr>
              <a:t>&gt;&lt;/</a:t>
            </a:r>
            <a:r>
              <a:rPr lang="en-US" sz="1500" dirty="0">
                <a:solidFill>
                  <a:srgbClr val="B7660A"/>
                </a:solidFill>
                <a:latin typeface="Menlo"/>
                <a:ea typeface="Menlo"/>
                <a:cs typeface="Menlo"/>
              </a:rPr>
              <a:t>span</a:t>
            </a:r>
            <a:r>
              <a:rPr lang="en-US" sz="1500" dirty="0">
                <a:solidFill>
                  <a:srgbClr val="00A3AF"/>
                </a:solidFill>
                <a:latin typeface="Menlo"/>
                <a:ea typeface="Menlo"/>
                <a:cs typeface="Menlo"/>
              </a:rPr>
              <a:t>&gt;&lt;/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err="1">
                <a:solidFill>
                  <a:srgbClr val="B7660A"/>
                </a:solidFill>
                <a:latin typeface="Menlo"/>
                <a:ea typeface="Menlo"/>
                <a:cs typeface="Menlo"/>
              </a:rPr>
              <a:t>ul</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"dropdown-menu"</a:t>
            </a:r>
            <a:r>
              <a:rPr lang="en-US" sz="1500" dirty="0">
                <a:solidFill>
                  <a:srgbClr val="00A3AF"/>
                </a:solidFill>
                <a:latin typeface="Menlo"/>
                <a:ea typeface="Menlo"/>
                <a:cs typeface="Menlo"/>
              </a:rPr>
              <a:t> role=</a:t>
            </a:r>
            <a:r>
              <a:rPr lang="en-US" sz="1500" dirty="0">
                <a:solidFill>
                  <a:srgbClr val="B12412"/>
                </a:solidFill>
                <a:latin typeface="Menlo"/>
                <a:ea typeface="Menlo"/>
                <a:cs typeface="Menlo"/>
              </a:rPr>
              <a:t>"menu"</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li</a:t>
            </a:r>
            <a:r>
              <a:rPr lang="en-US" sz="1500" dirty="0">
                <a:solidFill>
                  <a:srgbClr val="00A3AF"/>
                </a:solidFill>
                <a:latin typeface="Menlo"/>
                <a:ea typeface="Menlo"/>
                <a:cs typeface="Menlo"/>
              </a:rPr>
              <a:t>&gt;&lt;</a:t>
            </a:r>
            <a:r>
              <a:rPr lang="en-US" sz="1500" dirty="0">
                <a:solidFill>
                  <a:srgbClr val="B7660A"/>
                </a:solidFill>
                <a:latin typeface="Menlo"/>
                <a:ea typeface="Menlo"/>
                <a:cs typeface="Menlo"/>
              </a:rPr>
              <a:t>a</a:t>
            </a:r>
            <a:r>
              <a:rPr lang="en-US" sz="1500" dirty="0">
                <a:solidFill>
                  <a:srgbClr val="00A3AF"/>
                </a:solidFill>
                <a:latin typeface="Menlo"/>
                <a:ea typeface="Menlo"/>
                <a:cs typeface="Menlo"/>
              </a:rPr>
              <a:t> </a:t>
            </a:r>
            <a:r>
              <a:rPr lang="en-US" sz="1500" dirty="0" err="1">
                <a:solidFill>
                  <a:srgbClr val="00A500"/>
                </a:solidFill>
                <a:latin typeface="Menlo"/>
                <a:ea typeface="Menlo"/>
                <a:cs typeface="Menlo"/>
              </a:rPr>
              <a:t>href</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a:solidFill>
                  <a:srgbClr val="00A3AF"/>
                </a:solidFill>
                <a:latin typeface="Menlo"/>
                <a:ea typeface="Menlo"/>
                <a:cs typeface="Menlo"/>
              </a:rPr>
              <a:t>&gt;</a:t>
            </a:r>
            <a:r>
              <a:rPr lang="en-US" sz="1500" u="sng" dirty="0">
                <a:solidFill>
                  <a:srgbClr val="C02DC0"/>
                </a:solidFill>
                <a:latin typeface="Menlo"/>
                <a:ea typeface="Menlo"/>
                <a:cs typeface="Menlo"/>
              </a:rPr>
              <a:t>Tablet</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a</a:t>
            </a:r>
            <a:r>
              <a:rPr lang="en-US" sz="1500" dirty="0">
                <a:solidFill>
                  <a:srgbClr val="00A3AF"/>
                </a:solidFill>
                <a:latin typeface="Menlo"/>
                <a:ea typeface="Menlo"/>
                <a:cs typeface="Menlo"/>
              </a:rPr>
              <a:t>&gt;&lt;/</a:t>
            </a:r>
            <a:r>
              <a:rPr lang="en-US" sz="1500" dirty="0">
                <a:solidFill>
                  <a:srgbClr val="B7660A"/>
                </a:solidFill>
                <a:latin typeface="Menlo"/>
                <a:ea typeface="Menlo"/>
                <a:cs typeface="Menlo"/>
              </a:rPr>
              <a:t>li</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li</a:t>
            </a:r>
            <a:r>
              <a:rPr lang="en-US" sz="1500" dirty="0">
                <a:solidFill>
                  <a:srgbClr val="00A3AF"/>
                </a:solidFill>
                <a:latin typeface="Menlo"/>
                <a:ea typeface="Menlo"/>
                <a:cs typeface="Menlo"/>
              </a:rPr>
              <a:t>&gt;&lt;</a:t>
            </a:r>
            <a:r>
              <a:rPr lang="en-US" sz="1500" dirty="0">
                <a:solidFill>
                  <a:srgbClr val="B7660A"/>
                </a:solidFill>
                <a:latin typeface="Menlo"/>
                <a:ea typeface="Menlo"/>
                <a:cs typeface="Menlo"/>
              </a:rPr>
              <a:t>a</a:t>
            </a:r>
            <a:r>
              <a:rPr lang="en-US" sz="1500" dirty="0">
                <a:solidFill>
                  <a:srgbClr val="00A3AF"/>
                </a:solidFill>
                <a:latin typeface="Menlo"/>
                <a:ea typeface="Menlo"/>
                <a:cs typeface="Menlo"/>
              </a:rPr>
              <a:t> </a:t>
            </a:r>
            <a:r>
              <a:rPr lang="en-US" sz="1500" dirty="0" err="1">
                <a:solidFill>
                  <a:srgbClr val="00A500"/>
                </a:solidFill>
                <a:latin typeface="Menlo"/>
                <a:ea typeface="Menlo"/>
                <a:cs typeface="Menlo"/>
              </a:rPr>
              <a:t>href</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a:solidFill>
                  <a:srgbClr val="00A3AF"/>
                </a:solidFill>
                <a:latin typeface="Menlo"/>
                <a:ea typeface="Menlo"/>
                <a:cs typeface="Menlo"/>
              </a:rPr>
              <a:t>&gt;</a:t>
            </a:r>
            <a:r>
              <a:rPr lang="en-US" sz="1500" u="sng" dirty="0">
                <a:solidFill>
                  <a:srgbClr val="C02DC0"/>
                </a:solidFill>
                <a:latin typeface="Menlo"/>
                <a:ea typeface="Menlo"/>
                <a:cs typeface="Menlo"/>
              </a:rPr>
              <a:t>Smartphone</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a</a:t>
            </a:r>
            <a:r>
              <a:rPr lang="en-US" sz="1500" dirty="0">
                <a:solidFill>
                  <a:srgbClr val="00A3AF"/>
                </a:solidFill>
                <a:latin typeface="Menlo"/>
                <a:ea typeface="Menlo"/>
                <a:cs typeface="Menlo"/>
              </a:rPr>
              <a:t>&gt;&lt;/</a:t>
            </a:r>
            <a:r>
              <a:rPr lang="en-US" sz="1500" dirty="0">
                <a:solidFill>
                  <a:srgbClr val="B7660A"/>
                </a:solidFill>
                <a:latin typeface="Menlo"/>
                <a:ea typeface="Menlo"/>
                <a:cs typeface="Menlo"/>
              </a:rPr>
              <a:t>li</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err="1">
                <a:solidFill>
                  <a:srgbClr val="B7660A"/>
                </a:solidFill>
                <a:latin typeface="Menlo"/>
                <a:ea typeface="Menlo"/>
                <a:cs typeface="Menlo"/>
              </a:rPr>
              <a:t>ul</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div</a:t>
            </a:r>
            <a:r>
              <a:rPr lang="en-US" sz="1500" dirty="0">
                <a:solidFill>
                  <a:srgbClr val="00A3AF"/>
                </a:solidFill>
                <a:latin typeface="Menlo"/>
                <a:ea typeface="Menlo"/>
                <a:cs typeface="Menlo"/>
              </a:rPr>
              <a:t>&gt;</a:t>
            </a:r>
            <a:endParaRPr lang="en-US" sz="1500" dirty="0"/>
          </a:p>
        </p:txBody>
      </p:sp>
      <p:sp>
        <p:nvSpPr>
          <p:cNvPr id="4" name="Date Placeholder 3"/>
          <p:cNvSpPr>
            <a:spLocks noGrp="1"/>
          </p:cNvSpPr>
          <p:nvPr>
            <p:ph type="dt" sz="half" idx="10"/>
          </p:nvPr>
        </p:nvSpPr>
        <p:spPr/>
        <p:txBody>
          <a:bodyPr/>
          <a:lstStyle/>
          <a:p>
            <a:fld id="{F0472288-572C-A24A-BB71-D1AADEEC932A}"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20</a:t>
            </a:fld>
            <a:endParaRPr lang="en-US"/>
          </a:p>
        </p:txBody>
      </p:sp>
    </p:spTree>
    <p:extLst>
      <p:ext uri="{BB962C8B-B14F-4D97-AF65-F5344CB8AC3E}">
        <p14:creationId xmlns:p14="http://schemas.microsoft.com/office/powerpoint/2010/main" val="25776533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 Elements</a:t>
            </a:r>
          </a:p>
        </p:txBody>
      </p:sp>
      <p:sp>
        <p:nvSpPr>
          <p:cNvPr id="3" name="Content Placeholder 2"/>
          <p:cNvSpPr>
            <a:spLocks noGrp="1"/>
          </p:cNvSpPr>
          <p:nvPr>
            <p:ph idx="1"/>
          </p:nvPr>
        </p:nvSpPr>
        <p:spPr/>
        <p:txBody>
          <a:bodyPr/>
          <a:lstStyle/>
          <a:p>
            <a:r>
              <a:rPr lang="en-US" dirty="0"/>
              <a:t>260 </a:t>
            </a:r>
            <a:r>
              <a:rPr lang="en-US" dirty="0" err="1"/>
              <a:t>glyphicons</a:t>
            </a:r>
            <a:endParaRPr lang="en-US" dirty="0"/>
          </a:p>
          <a:p>
            <a:r>
              <a:rPr lang="en-US" dirty="0"/>
              <a:t>Badges</a:t>
            </a:r>
          </a:p>
          <a:p>
            <a:r>
              <a:rPr lang="en-US" dirty="0"/>
              <a:t>Progress bars</a:t>
            </a:r>
          </a:p>
          <a:p>
            <a:pPr lvl="1"/>
            <a:r>
              <a:rPr lang="en-US" dirty="0"/>
              <a:t>Labeled, striped, animated, stacked</a:t>
            </a:r>
          </a:p>
          <a:p>
            <a:endParaRPr lang="en-US" dirty="0"/>
          </a:p>
        </p:txBody>
      </p:sp>
      <p:sp>
        <p:nvSpPr>
          <p:cNvPr id="4" name="Date Placeholder 3"/>
          <p:cNvSpPr>
            <a:spLocks noGrp="1"/>
          </p:cNvSpPr>
          <p:nvPr>
            <p:ph type="dt" sz="half" idx="10"/>
          </p:nvPr>
        </p:nvSpPr>
        <p:spPr/>
        <p:txBody>
          <a:bodyPr/>
          <a:lstStyle/>
          <a:p>
            <a:fld id="{75E6CE85-F7BA-EE41-844D-8D460B7C13D7}"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21</a:t>
            </a:fld>
            <a:endParaRPr lang="en-US"/>
          </a:p>
        </p:txBody>
      </p:sp>
    </p:spTree>
    <p:extLst>
      <p:ext uri="{BB962C8B-B14F-4D97-AF65-F5344CB8AC3E}">
        <p14:creationId xmlns:p14="http://schemas.microsoft.com/office/powerpoint/2010/main" val="21978483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Pagination</a:t>
            </a:r>
          </a:p>
        </p:txBody>
      </p:sp>
      <p:sp>
        <p:nvSpPr>
          <p:cNvPr id="3" name="Content Placeholder 2"/>
          <p:cNvSpPr>
            <a:spLocks noGrp="1"/>
          </p:cNvSpPr>
          <p:nvPr>
            <p:ph idx="1"/>
          </p:nvPr>
        </p:nvSpPr>
        <p:spPr/>
        <p:txBody>
          <a:bodyPr>
            <a:noAutofit/>
          </a:bodyPr>
          <a:lstStyle/>
          <a:p>
            <a:pPr marL="0" indent="0">
              <a:buNone/>
            </a:pP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div</a:t>
            </a:r>
            <a:r>
              <a:rPr lang="en-US" sz="1350" dirty="0">
                <a:solidFill>
                  <a:srgbClr val="00A3AF"/>
                </a:solidFill>
                <a:latin typeface="Menlo"/>
                <a:ea typeface="Menlo"/>
                <a:cs typeface="Menlo"/>
              </a:rPr>
              <a:t> </a:t>
            </a:r>
            <a:r>
              <a:rPr lang="en-US" sz="1350" dirty="0">
                <a:solidFill>
                  <a:srgbClr val="00A500"/>
                </a:solidFill>
                <a:latin typeface="Menlo"/>
                <a:ea typeface="Menlo"/>
                <a:cs typeface="Menlo"/>
              </a:rPr>
              <a:t>class</a:t>
            </a:r>
            <a:r>
              <a:rPr lang="en-US" sz="1350" dirty="0">
                <a:solidFill>
                  <a:srgbClr val="00A3AF"/>
                </a:solidFill>
                <a:latin typeface="Menlo"/>
                <a:ea typeface="Menlo"/>
                <a:cs typeface="Menlo"/>
              </a:rPr>
              <a:t>=</a:t>
            </a:r>
            <a:r>
              <a:rPr lang="en-US" sz="1350" dirty="0">
                <a:solidFill>
                  <a:srgbClr val="B12412"/>
                </a:solidFill>
                <a:latin typeface="Menlo"/>
                <a:ea typeface="Menlo"/>
                <a:cs typeface="Menlo"/>
              </a:rPr>
              <a:t>"container"</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h2</a:t>
            </a:r>
            <a:r>
              <a:rPr lang="en-US" sz="1350" dirty="0">
                <a:solidFill>
                  <a:srgbClr val="00A3AF"/>
                </a:solidFill>
                <a:latin typeface="Menlo"/>
                <a:ea typeface="Menlo"/>
                <a:cs typeface="Menlo"/>
              </a:rPr>
              <a:t>&gt;</a:t>
            </a:r>
            <a:r>
              <a:rPr lang="en-US" sz="1350" dirty="0">
                <a:solidFill>
                  <a:srgbClr val="C02DC0"/>
                </a:solidFill>
                <a:latin typeface="Menlo"/>
                <a:ea typeface="Menlo"/>
                <a:cs typeface="Menlo"/>
              </a:rPr>
              <a:t>Pagination</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h2</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p</a:t>
            </a:r>
            <a:r>
              <a:rPr lang="en-US" sz="1350" dirty="0">
                <a:solidFill>
                  <a:srgbClr val="00A3AF"/>
                </a:solidFill>
                <a:latin typeface="Menlo"/>
                <a:ea typeface="Menlo"/>
                <a:cs typeface="Menlo"/>
              </a:rPr>
              <a:t>&gt;</a:t>
            </a:r>
            <a:r>
              <a:rPr lang="en-US" sz="1350" dirty="0">
                <a:solidFill>
                  <a:srgbClr val="4C2F2D"/>
                </a:solidFill>
                <a:latin typeface="Menlo"/>
                <a:ea typeface="Menlo"/>
                <a:cs typeface="Menlo"/>
              </a:rPr>
              <a:t>The .pagination class provides pagination links:</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p</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err="1">
                <a:solidFill>
                  <a:srgbClr val="B7660A"/>
                </a:solidFill>
                <a:latin typeface="Menlo"/>
                <a:ea typeface="Menlo"/>
                <a:cs typeface="Menlo"/>
              </a:rPr>
              <a:t>ul</a:t>
            </a:r>
            <a:r>
              <a:rPr lang="en-US" sz="1350" dirty="0">
                <a:solidFill>
                  <a:srgbClr val="00A3AF"/>
                </a:solidFill>
                <a:latin typeface="Menlo"/>
                <a:ea typeface="Menlo"/>
                <a:cs typeface="Menlo"/>
              </a:rPr>
              <a:t> </a:t>
            </a:r>
            <a:r>
              <a:rPr lang="en-US" sz="1350" dirty="0">
                <a:solidFill>
                  <a:srgbClr val="00A500"/>
                </a:solidFill>
                <a:latin typeface="Menlo"/>
                <a:ea typeface="Menlo"/>
                <a:cs typeface="Menlo"/>
              </a:rPr>
              <a:t>class</a:t>
            </a:r>
            <a:r>
              <a:rPr lang="en-US" sz="1350" dirty="0">
                <a:solidFill>
                  <a:srgbClr val="00A3AF"/>
                </a:solidFill>
                <a:latin typeface="Menlo"/>
                <a:ea typeface="Menlo"/>
                <a:cs typeface="Menlo"/>
              </a:rPr>
              <a:t>=</a:t>
            </a:r>
            <a:r>
              <a:rPr lang="en-US" sz="1350" dirty="0">
                <a:solidFill>
                  <a:srgbClr val="B12412"/>
                </a:solidFill>
                <a:latin typeface="Menlo"/>
                <a:ea typeface="Menlo"/>
                <a:cs typeface="Menlo"/>
              </a:rPr>
              <a:t>"pagination"</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 </a:t>
            </a:r>
            <a:r>
              <a:rPr lang="en-US" sz="1350" dirty="0" err="1">
                <a:solidFill>
                  <a:srgbClr val="00A500"/>
                </a:solidFill>
                <a:latin typeface="Menlo"/>
                <a:ea typeface="Menlo"/>
                <a:cs typeface="Menlo"/>
              </a:rPr>
              <a:t>href</a:t>
            </a:r>
            <a:r>
              <a:rPr lang="en-US" sz="1350" dirty="0">
                <a:solidFill>
                  <a:srgbClr val="00A3AF"/>
                </a:solidFill>
                <a:latin typeface="Menlo"/>
                <a:ea typeface="Menlo"/>
                <a:cs typeface="Menlo"/>
              </a:rPr>
              <a:t>=</a:t>
            </a:r>
            <a:r>
              <a:rPr lang="en-US" sz="1350" dirty="0">
                <a:solidFill>
                  <a:srgbClr val="B12412"/>
                </a:solidFill>
                <a:latin typeface="Menlo"/>
                <a:ea typeface="Menlo"/>
                <a:cs typeface="Menlo"/>
              </a:rPr>
              <a:t>"#1"</a:t>
            </a:r>
            <a:r>
              <a:rPr lang="en-US" sz="1350" dirty="0">
                <a:solidFill>
                  <a:srgbClr val="00A3AF"/>
                </a:solidFill>
                <a:latin typeface="Menlo"/>
                <a:ea typeface="Menlo"/>
                <a:cs typeface="Menlo"/>
              </a:rPr>
              <a:t>&gt;</a:t>
            </a:r>
            <a:r>
              <a:rPr lang="en-US" sz="1350" u="sng" dirty="0">
                <a:solidFill>
                  <a:srgbClr val="C02DC0"/>
                </a:solidFill>
                <a:latin typeface="Menlo"/>
                <a:ea typeface="Menlo"/>
                <a:cs typeface="Menlo"/>
              </a:rPr>
              <a:t>1</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 </a:t>
            </a:r>
            <a:r>
              <a:rPr lang="en-US" sz="1350" dirty="0" err="1">
                <a:solidFill>
                  <a:srgbClr val="00A500"/>
                </a:solidFill>
                <a:latin typeface="Menlo"/>
                <a:ea typeface="Menlo"/>
                <a:cs typeface="Menlo"/>
              </a:rPr>
              <a:t>href</a:t>
            </a:r>
            <a:r>
              <a:rPr lang="en-US" sz="1350" dirty="0">
                <a:solidFill>
                  <a:srgbClr val="00A3AF"/>
                </a:solidFill>
                <a:latin typeface="Menlo"/>
                <a:ea typeface="Menlo"/>
                <a:cs typeface="Menlo"/>
              </a:rPr>
              <a:t>=</a:t>
            </a:r>
            <a:r>
              <a:rPr lang="en-US" sz="1350" dirty="0">
                <a:solidFill>
                  <a:srgbClr val="B12412"/>
                </a:solidFill>
                <a:latin typeface="Menlo"/>
                <a:ea typeface="Menlo"/>
                <a:cs typeface="Menlo"/>
              </a:rPr>
              <a:t>"#2"</a:t>
            </a:r>
            <a:r>
              <a:rPr lang="en-US" sz="1350" dirty="0">
                <a:solidFill>
                  <a:srgbClr val="00A3AF"/>
                </a:solidFill>
                <a:latin typeface="Menlo"/>
                <a:ea typeface="Menlo"/>
                <a:cs typeface="Menlo"/>
              </a:rPr>
              <a:t>&gt;</a:t>
            </a:r>
            <a:r>
              <a:rPr lang="en-US" sz="1350" u="sng" dirty="0">
                <a:solidFill>
                  <a:srgbClr val="C02DC0"/>
                </a:solidFill>
                <a:latin typeface="Menlo"/>
                <a:ea typeface="Menlo"/>
                <a:cs typeface="Menlo"/>
              </a:rPr>
              <a:t>2</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 </a:t>
            </a:r>
            <a:r>
              <a:rPr lang="en-US" sz="1350" dirty="0" err="1">
                <a:solidFill>
                  <a:srgbClr val="00A500"/>
                </a:solidFill>
                <a:latin typeface="Menlo"/>
                <a:ea typeface="Menlo"/>
                <a:cs typeface="Menlo"/>
              </a:rPr>
              <a:t>href</a:t>
            </a:r>
            <a:r>
              <a:rPr lang="en-US" sz="1350" dirty="0">
                <a:solidFill>
                  <a:srgbClr val="00A3AF"/>
                </a:solidFill>
                <a:latin typeface="Menlo"/>
                <a:ea typeface="Menlo"/>
                <a:cs typeface="Menlo"/>
              </a:rPr>
              <a:t>=</a:t>
            </a:r>
            <a:r>
              <a:rPr lang="en-US" sz="1350" dirty="0">
                <a:solidFill>
                  <a:srgbClr val="B12412"/>
                </a:solidFill>
                <a:latin typeface="Menlo"/>
                <a:ea typeface="Menlo"/>
                <a:cs typeface="Menlo"/>
              </a:rPr>
              <a:t>"#3"</a:t>
            </a:r>
            <a:r>
              <a:rPr lang="en-US" sz="1350" dirty="0">
                <a:solidFill>
                  <a:srgbClr val="00A3AF"/>
                </a:solidFill>
                <a:latin typeface="Menlo"/>
                <a:ea typeface="Menlo"/>
                <a:cs typeface="Menlo"/>
              </a:rPr>
              <a:t>&gt;</a:t>
            </a:r>
            <a:r>
              <a:rPr lang="en-US" sz="1350" u="sng" dirty="0">
                <a:solidFill>
                  <a:srgbClr val="C02DC0"/>
                </a:solidFill>
                <a:latin typeface="Menlo"/>
                <a:ea typeface="Menlo"/>
                <a:cs typeface="Menlo"/>
              </a:rPr>
              <a:t>3</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 </a:t>
            </a:r>
            <a:r>
              <a:rPr lang="en-US" sz="1350" dirty="0" err="1">
                <a:solidFill>
                  <a:srgbClr val="00A500"/>
                </a:solidFill>
                <a:latin typeface="Menlo"/>
                <a:ea typeface="Menlo"/>
                <a:cs typeface="Menlo"/>
              </a:rPr>
              <a:t>href</a:t>
            </a:r>
            <a:r>
              <a:rPr lang="en-US" sz="1350" dirty="0">
                <a:solidFill>
                  <a:srgbClr val="00A3AF"/>
                </a:solidFill>
                <a:latin typeface="Menlo"/>
                <a:ea typeface="Menlo"/>
                <a:cs typeface="Menlo"/>
              </a:rPr>
              <a:t>=</a:t>
            </a:r>
            <a:r>
              <a:rPr lang="en-US" sz="1350" dirty="0">
                <a:solidFill>
                  <a:srgbClr val="B12412"/>
                </a:solidFill>
                <a:latin typeface="Menlo"/>
                <a:ea typeface="Menlo"/>
                <a:cs typeface="Menlo"/>
              </a:rPr>
              <a:t>"#4"</a:t>
            </a:r>
            <a:r>
              <a:rPr lang="en-US" sz="1350" dirty="0">
                <a:solidFill>
                  <a:srgbClr val="00A3AF"/>
                </a:solidFill>
                <a:latin typeface="Menlo"/>
                <a:ea typeface="Menlo"/>
                <a:cs typeface="Menlo"/>
              </a:rPr>
              <a:t>&gt;</a:t>
            </a:r>
            <a:r>
              <a:rPr lang="en-US" sz="1350" u="sng" dirty="0">
                <a:solidFill>
                  <a:srgbClr val="C02DC0"/>
                </a:solidFill>
                <a:latin typeface="Menlo"/>
                <a:ea typeface="Menlo"/>
                <a:cs typeface="Menlo"/>
              </a:rPr>
              <a:t>4</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 </a:t>
            </a:r>
            <a:r>
              <a:rPr lang="en-US" sz="1350" dirty="0" err="1">
                <a:solidFill>
                  <a:srgbClr val="00A500"/>
                </a:solidFill>
                <a:latin typeface="Menlo"/>
                <a:ea typeface="Menlo"/>
                <a:cs typeface="Menlo"/>
              </a:rPr>
              <a:t>href</a:t>
            </a:r>
            <a:r>
              <a:rPr lang="en-US" sz="1350" dirty="0">
                <a:solidFill>
                  <a:srgbClr val="00A3AF"/>
                </a:solidFill>
                <a:latin typeface="Menlo"/>
                <a:ea typeface="Menlo"/>
                <a:cs typeface="Menlo"/>
              </a:rPr>
              <a:t>=</a:t>
            </a:r>
            <a:r>
              <a:rPr lang="en-US" sz="1350" dirty="0">
                <a:solidFill>
                  <a:srgbClr val="B12412"/>
                </a:solidFill>
                <a:latin typeface="Menlo"/>
                <a:ea typeface="Menlo"/>
                <a:cs typeface="Menlo"/>
              </a:rPr>
              <a:t>"#5"</a:t>
            </a:r>
            <a:r>
              <a:rPr lang="en-US" sz="1350" dirty="0">
                <a:solidFill>
                  <a:srgbClr val="00A3AF"/>
                </a:solidFill>
                <a:latin typeface="Menlo"/>
                <a:ea typeface="Menlo"/>
                <a:cs typeface="Menlo"/>
              </a:rPr>
              <a:t>&gt;</a:t>
            </a:r>
            <a:r>
              <a:rPr lang="en-US" sz="1350" u="sng" dirty="0">
                <a:solidFill>
                  <a:srgbClr val="C02DC0"/>
                </a:solidFill>
                <a:latin typeface="Menlo"/>
                <a:ea typeface="Menlo"/>
                <a:cs typeface="Menlo"/>
              </a:rPr>
              <a:t>5</a:t>
            </a: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a</a:t>
            </a:r>
            <a:r>
              <a:rPr lang="en-US" sz="1350" dirty="0">
                <a:solidFill>
                  <a:srgbClr val="00A3AF"/>
                </a:solidFill>
                <a:latin typeface="Menlo"/>
                <a:ea typeface="Menlo"/>
                <a:cs typeface="Menlo"/>
              </a:rPr>
              <a:t>&gt;&lt;/</a:t>
            </a:r>
            <a:r>
              <a:rPr lang="en-US" sz="1350" dirty="0">
                <a:solidFill>
                  <a:srgbClr val="B7660A"/>
                </a:solidFill>
                <a:latin typeface="Menlo"/>
                <a:ea typeface="Menlo"/>
                <a:cs typeface="Menlo"/>
              </a:rPr>
              <a:t>li</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4C2F2D"/>
                </a:solidFill>
                <a:latin typeface="Menlo"/>
                <a:ea typeface="Menlo"/>
                <a:cs typeface="Menlo"/>
              </a:rPr>
              <a:t>  </a:t>
            </a:r>
            <a:r>
              <a:rPr lang="en-US" sz="1350" dirty="0">
                <a:solidFill>
                  <a:srgbClr val="00A3AF"/>
                </a:solidFill>
                <a:latin typeface="Menlo"/>
                <a:ea typeface="Menlo"/>
                <a:cs typeface="Menlo"/>
              </a:rPr>
              <a:t>&lt;/</a:t>
            </a:r>
            <a:r>
              <a:rPr lang="en-US" sz="1350" dirty="0" err="1">
                <a:solidFill>
                  <a:srgbClr val="B7660A"/>
                </a:solidFill>
                <a:latin typeface="Menlo"/>
                <a:ea typeface="Menlo"/>
                <a:cs typeface="Menlo"/>
              </a:rPr>
              <a:t>ul</a:t>
            </a:r>
            <a:r>
              <a:rPr lang="en-US" sz="1350" dirty="0">
                <a:solidFill>
                  <a:srgbClr val="00A3AF"/>
                </a:solidFill>
                <a:latin typeface="Menlo"/>
                <a:ea typeface="Menlo"/>
                <a:cs typeface="Menlo"/>
              </a:rPr>
              <a:t>&gt;</a:t>
            </a:r>
            <a:endParaRPr lang="en-US" sz="1350" dirty="0">
              <a:solidFill>
                <a:srgbClr val="4C2F2D"/>
              </a:solidFill>
              <a:latin typeface="Menlo"/>
              <a:ea typeface="Menlo"/>
              <a:cs typeface="Menlo"/>
            </a:endParaRPr>
          </a:p>
          <a:p>
            <a:pPr marL="0" indent="0">
              <a:buNone/>
            </a:pPr>
            <a:r>
              <a:rPr lang="en-US" sz="1350" dirty="0">
                <a:solidFill>
                  <a:srgbClr val="00A3AF"/>
                </a:solidFill>
                <a:latin typeface="Menlo"/>
                <a:ea typeface="Menlo"/>
                <a:cs typeface="Menlo"/>
              </a:rPr>
              <a:t>&lt;/</a:t>
            </a:r>
            <a:r>
              <a:rPr lang="en-US" sz="1350" dirty="0">
                <a:solidFill>
                  <a:srgbClr val="B7660A"/>
                </a:solidFill>
                <a:latin typeface="Menlo"/>
                <a:ea typeface="Menlo"/>
                <a:cs typeface="Menlo"/>
              </a:rPr>
              <a:t>div</a:t>
            </a:r>
            <a:r>
              <a:rPr lang="en-US" sz="1350" dirty="0">
                <a:solidFill>
                  <a:srgbClr val="00A3AF"/>
                </a:solidFill>
                <a:latin typeface="Menlo"/>
                <a:ea typeface="Menlo"/>
                <a:cs typeface="Menlo"/>
              </a:rPr>
              <a:t>&gt;</a:t>
            </a:r>
            <a:endParaRPr lang="en-US" sz="1350" dirty="0"/>
          </a:p>
        </p:txBody>
      </p:sp>
      <p:sp>
        <p:nvSpPr>
          <p:cNvPr id="4" name="Date Placeholder 3"/>
          <p:cNvSpPr>
            <a:spLocks noGrp="1"/>
          </p:cNvSpPr>
          <p:nvPr>
            <p:ph type="dt" sz="half" idx="10"/>
          </p:nvPr>
        </p:nvSpPr>
        <p:spPr/>
        <p:txBody>
          <a:bodyPr/>
          <a:lstStyle/>
          <a:p>
            <a:fld id="{8761DBAD-B3BD-524E-9A43-01A3BEFEB488}"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22</a:t>
            </a:fld>
            <a:endParaRPr lang="en-US"/>
          </a:p>
        </p:txBody>
      </p:sp>
    </p:spTree>
    <p:extLst>
      <p:ext uri="{BB962C8B-B14F-4D97-AF65-F5344CB8AC3E}">
        <p14:creationId xmlns:p14="http://schemas.microsoft.com/office/powerpoint/2010/main" val="16320386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Navigation</a:t>
            </a:r>
          </a:p>
        </p:txBody>
      </p:sp>
      <p:sp>
        <p:nvSpPr>
          <p:cNvPr id="3" name="Content Placeholder 2"/>
          <p:cNvSpPr>
            <a:spLocks noGrp="1"/>
          </p:cNvSpPr>
          <p:nvPr>
            <p:ph idx="1"/>
          </p:nvPr>
        </p:nvSpPr>
        <p:spPr/>
        <p:txBody>
          <a:bodyPr/>
          <a:lstStyle/>
          <a:p>
            <a:r>
              <a:rPr lang="en-US" dirty="0"/>
              <a:t>Breadcrumbs</a:t>
            </a:r>
          </a:p>
          <a:p>
            <a:r>
              <a:rPr lang="en-US" dirty="0"/>
              <a:t>Pager</a:t>
            </a:r>
          </a:p>
        </p:txBody>
      </p:sp>
      <p:sp>
        <p:nvSpPr>
          <p:cNvPr id="4" name="Date Placeholder 3"/>
          <p:cNvSpPr>
            <a:spLocks noGrp="1"/>
          </p:cNvSpPr>
          <p:nvPr>
            <p:ph type="dt" sz="half" idx="10"/>
          </p:nvPr>
        </p:nvSpPr>
        <p:spPr/>
        <p:txBody>
          <a:bodyPr/>
          <a:lstStyle/>
          <a:p>
            <a:fld id="{7252E077-21AD-1A47-8DF9-4D670E2713A4}"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23</a:t>
            </a:fld>
            <a:endParaRPr lang="en-US"/>
          </a:p>
        </p:txBody>
      </p:sp>
    </p:spTree>
    <p:extLst>
      <p:ext uri="{BB962C8B-B14F-4D97-AF65-F5344CB8AC3E}">
        <p14:creationId xmlns:p14="http://schemas.microsoft.com/office/powerpoint/2010/main" val="4318830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Collapsible</a:t>
            </a:r>
          </a:p>
        </p:txBody>
      </p:sp>
      <p:sp>
        <p:nvSpPr>
          <p:cNvPr id="3" name="Content Placeholder 2"/>
          <p:cNvSpPr>
            <a:spLocks noGrp="1"/>
          </p:cNvSpPr>
          <p:nvPr>
            <p:ph idx="1"/>
          </p:nvPr>
        </p:nvSpPr>
        <p:spPr/>
        <p:txBody>
          <a:bodyPr>
            <a:normAutofit/>
          </a:bodyPr>
          <a:lstStyle/>
          <a:p>
            <a:pPr marL="0" indent="0">
              <a:buNone/>
            </a:pP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div</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"container"</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h2</a:t>
            </a:r>
            <a:r>
              <a:rPr lang="en-US" sz="1500" dirty="0">
                <a:solidFill>
                  <a:srgbClr val="00A3AF"/>
                </a:solidFill>
                <a:latin typeface="Menlo"/>
                <a:ea typeface="Menlo"/>
                <a:cs typeface="Menlo"/>
              </a:rPr>
              <a:t>&gt;</a:t>
            </a:r>
            <a:r>
              <a:rPr lang="en-US" sz="1500" dirty="0">
                <a:solidFill>
                  <a:srgbClr val="C02DC0"/>
                </a:solidFill>
                <a:latin typeface="Menlo"/>
                <a:ea typeface="Menlo"/>
                <a:cs typeface="Menlo"/>
              </a:rPr>
              <a:t>Simple Collapsible</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h2</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type</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"button"</a:t>
            </a:r>
            <a:endParaRPr lang="en-US" sz="1500" dirty="0">
              <a:solidFill>
                <a:srgbClr val="4C2F2D"/>
              </a:solidFill>
              <a:latin typeface="Menlo"/>
              <a:ea typeface="Menlo"/>
              <a:cs typeface="Menlo"/>
            </a:endParaRPr>
          </a:p>
          <a:p>
            <a:pPr marL="0" indent="0">
              <a:buNone/>
            </a:pP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 </a:t>
            </a:r>
            <a:r>
              <a:rPr lang="en-US" sz="1500" dirty="0" err="1">
                <a:solidFill>
                  <a:srgbClr val="B12412"/>
                </a:solidFill>
                <a:latin typeface="Menlo"/>
                <a:ea typeface="Menlo"/>
                <a:cs typeface="Menlo"/>
              </a:rPr>
              <a:t>btn</a:t>
            </a:r>
            <a:r>
              <a:rPr lang="en-US" sz="1500" dirty="0">
                <a:solidFill>
                  <a:srgbClr val="B12412"/>
                </a:solidFill>
                <a:latin typeface="Menlo"/>
                <a:ea typeface="Menlo"/>
                <a:cs typeface="Menlo"/>
              </a:rPr>
              <a:t>-info"</a:t>
            </a:r>
            <a:endParaRPr lang="en-US" sz="1500" dirty="0">
              <a:solidFill>
                <a:srgbClr val="4C2F2D"/>
              </a:solidFill>
              <a:latin typeface="Menlo"/>
              <a:ea typeface="Menlo"/>
              <a:cs typeface="Menlo"/>
            </a:endParaRPr>
          </a:p>
          <a:p>
            <a:pPr marL="0" indent="0">
              <a:buNone/>
            </a:pP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data</a:t>
            </a:r>
            <a:r>
              <a:rPr lang="en-US" sz="1500" dirty="0">
                <a:solidFill>
                  <a:srgbClr val="00A3AF"/>
                </a:solidFill>
                <a:latin typeface="Menlo"/>
                <a:ea typeface="Menlo"/>
                <a:cs typeface="Menlo"/>
              </a:rPr>
              <a:t>-toggle=</a:t>
            </a:r>
            <a:r>
              <a:rPr lang="en-US" sz="1500" dirty="0">
                <a:solidFill>
                  <a:srgbClr val="B12412"/>
                </a:solidFill>
                <a:latin typeface="Menlo"/>
                <a:ea typeface="Menlo"/>
                <a:cs typeface="Menlo"/>
              </a:rPr>
              <a:t>"collapse"</a:t>
            </a:r>
            <a:endParaRPr lang="en-US" sz="1500" dirty="0">
              <a:solidFill>
                <a:srgbClr val="4C2F2D"/>
              </a:solidFill>
              <a:latin typeface="Menlo"/>
              <a:ea typeface="Menlo"/>
              <a:cs typeface="Menlo"/>
            </a:endParaRPr>
          </a:p>
          <a:p>
            <a:pPr marL="0" indent="0">
              <a:buNone/>
            </a:pP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data</a:t>
            </a:r>
            <a:r>
              <a:rPr lang="en-US" sz="1500" dirty="0">
                <a:solidFill>
                  <a:srgbClr val="00A3AF"/>
                </a:solidFill>
                <a:latin typeface="Menlo"/>
                <a:ea typeface="Menlo"/>
                <a:cs typeface="Menlo"/>
              </a:rPr>
              <a:t>-</a:t>
            </a:r>
            <a:r>
              <a:rPr lang="en-US" sz="1500" dirty="0">
                <a:solidFill>
                  <a:srgbClr val="00A500"/>
                </a:solidFill>
                <a:latin typeface="Menlo"/>
                <a:ea typeface="Menlo"/>
                <a:cs typeface="Menlo"/>
              </a:rPr>
              <a:t>target</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"#1"</a:t>
            </a:r>
            <a:r>
              <a:rPr lang="en-US" sz="1500" dirty="0">
                <a:solidFill>
                  <a:srgbClr val="00A3AF"/>
                </a:solidFill>
                <a:latin typeface="Menlo"/>
                <a:ea typeface="Menlo"/>
                <a:cs typeface="Menlo"/>
              </a:rPr>
              <a:t>&gt;</a:t>
            </a:r>
            <a:r>
              <a:rPr lang="en-US" sz="1500" dirty="0">
                <a:solidFill>
                  <a:srgbClr val="4C2F2D"/>
                </a:solidFill>
                <a:latin typeface="Menlo"/>
                <a:ea typeface="Menlo"/>
                <a:cs typeface="Menlo"/>
              </a:rPr>
              <a:t>Simple collapsible</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button</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a:t>
            </a:r>
            <a:r>
              <a:rPr lang="en-US" sz="1500" dirty="0">
                <a:solidFill>
                  <a:srgbClr val="00A3AF"/>
                </a:solidFill>
                <a:latin typeface="Menlo"/>
                <a:ea typeface="Menlo"/>
                <a:cs typeface="Menlo"/>
              </a:rPr>
              <a:t>&lt;</a:t>
            </a:r>
            <a:r>
              <a:rPr lang="en-US" sz="1500" dirty="0">
                <a:solidFill>
                  <a:srgbClr val="B7660A"/>
                </a:solidFill>
                <a:latin typeface="Menlo"/>
                <a:ea typeface="Menlo"/>
                <a:cs typeface="Menlo"/>
              </a:rPr>
              <a:t>p</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id</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"1"</a:t>
            </a:r>
            <a:r>
              <a:rPr lang="en-US" sz="1500" dirty="0">
                <a:solidFill>
                  <a:srgbClr val="00A3AF"/>
                </a:solidFill>
                <a:latin typeface="Menlo"/>
                <a:ea typeface="Menlo"/>
                <a:cs typeface="Menlo"/>
              </a:rPr>
              <a:t> </a:t>
            </a:r>
            <a:r>
              <a:rPr lang="en-US" sz="1500" dirty="0">
                <a:solidFill>
                  <a:srgbClr val="00A500"/>
                </a:solidFill>
                <a:latin typeface="Menlo"/>
                <a:ea typeface="Menlo"/>
                <a:cs typeface="Menlo"/>
              </a:rPr>
              <a:t>class</a:t>
            </a:r>
            <a:r>
              <a:rPr lang="en-US" sz="1500" dirty="0">
                <a:solidFill>
                  <a:srgbClr val="00A3AF"/>
                </a:solidFill>
                <a:latin typeface="Menlo"/>
                <a:ea typeface="Menlo"/>
                <a:cs typeface="Menlo"/>
              </a:rPr>
              <a:t>=</a:t>
            </a:r>
            <a:r>
              <a:rPr lang="en-US" sz="1500" dirty="0">
                <a:solidFill>
                  <a:srgbClr val="B12412"/>
                </a:solidFill>
                <a:latin typeface="Menlo"/>
                <a:ea typeface="Menlo"/>
                <a:cs typeface="Menlo"/>
              </a:rPr>
              <a:t>"collapse"</a:t>
            </a:r>
            <a:r>
              <a:rPr lang="en-US" sz="1500" dirty="0">
                <a:solidFill>
                  <a:srgbClr val="00A3AF"/>
                </a:solidFill>
                <a:latin typeface="Menlo"/>
                <a:ea typeface="Menlo"/>
                <a:cs typeface="Menlo"/>
              </a:rPr>
              <a:t>&gt;</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Lorem ipsum dolor sit </a:t>
            </a:r>
            <a:r>
              <a:rPr lang="en-US" sz="1500" dirty="0" err="1">
                <a:solidFill>
                  <a:srgbClr val="4C2F2D"/>
                </a:solidFill>
                <a:latin typeface="Menlo"/>
                <a:ea typeface="Menlo"/>
                <a:cs typeface="Menlo"/>
              </a:rPr>
              <a:t>amet</a:t>
            </a:r>
            <a:r>
              <a:rPr lang="en-US" sz="1500" dirty="0">
                <a:solidFill>
                  <a:srgbClr val="4C2F2D"/>
                </a:solidFill>
                <a:latin typeface="Menlo"/>
                <a:ea typeface="Menlo"/>
                <a:cs typeface="Menlo"/>
              </a:rPr>
              <a:t>, </a:t>
            </a:r>
            <a:r>
              <a:rPr lang="en-US" sz="1500" dirty="0" err="1">
                <a:solidFill>
                  <a:srgbClr val="4C2F2D"/>
                </a:solidFill>
                <a:latin typeface="Menlo"/>
                <a:ea typeface="Menlo"/>
                <a:cs typeface="Menlo"/>
              </a:rPr>
              <a:t>consectetur</a:t>
            </a:r>
            <a:endParaRPr lang="en-US" sz="1500" dirty="0">
              <a:solidFill>
                <a:srgbClr val="4C2F2D"/>
              </a:solidFill>
              <a:latin typeface="Menlo"/>
              <a:ea typeface="Menlo"/>
              <a:cs typeface="Menlo"/>
            </a:endParaRPr>
          </a:p>
          <a:p>
            <a:pPr marL="0" indent="0">
              <a:buNone/>
            </a:pPr>
            <a:r>
              <a:rPr lang="en-US" sz="1500" dirty="0">
                <a:solidFill>
                  <a:srgbClr val="4C2F2D"/>
                </a:solidFill>
                <a:latin typeface="Menlo"/>
                <a:ea typeface="Menlo"/>
                <a:cs typeface="Menlo"/>
              </a:rPr>
              <a:t>  &lt;/p&gt;</a:t>
            </a:r>
          </a:p>
          <a:p>
            <a:pPr marL="0" indent="0">
              <a:buNone/>
            </a:pPr>
            <a:r>
              <a:rPr lang="en-US" sz="1500" dirty="0">
                <a:solidFill>
                  <a:srgbClr val="4C2F2D"/>
                </a:solidFill>
                <a:latin typeface="Menlo"/>
                <a:ea typeface="Menlo"/>
                <a:cs typeface="Menlo"/>
              </a:rPr>
              <a:t>&lt;/div&gt;</a:t>
            </a:r>
            <a:endParaRPr lang="en-US" sz="1500" dirty="0"/>
          </a:p>
        </p:txBody>
      </p:sp>
      <p:sp>
        <p:nvSpPr>
          <p:cNvPr id="4" name="Date Placeholder 3"/>
          <p:cNvSpPr>
            <a:spLocks noGrp="1"/>
          </p:cNvSpPr>
          <p:nvPr>
            <p:ph type="dt" sz="half" idx="10"/>
          </p:nvPr>
        </p:nvSpPr>
        <p:spPr/>
        <p:txBody>
          <a:bodyPr/>
          <a:lstStyle/>
          <a:p>
            <a:fld id="{F78818C8-AD4A-1B49-BFE2-1DA1FE86A24D}"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24</a:t>
            </a:fld>
            <a:endParaRPr lang="en-US"/>
          </a:p>
        </p:txBody>
      </p:sp>
    </p:spTree>
    <p:extLst>
      <p:ext uri="{BB962C8B-B14F-4D97-AF65-F5344CB8AC3E}">
        <p14:creationId xmlns:p14="http://schemas.microsoft.com/office/powerpoint/2010/main" val="38201692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Collapsible</a:t>
            </a:r>
          </a:p>
        </p:txBody>
      </p:sp>
      <p:sp>
        <p:nvSpPr>
          <p:cNvPr id="3" name="Content Placeholder 2"/>
          <p:cNvSpPr>
            <a:spLocks noGrp="1"/>
          </p:cNvSpPr>
          <p:nvPr>
            <p:ph idx="1"/>
          </p:nvPr>
        </p:nvSpPr>
        <p:spPr/>
        <p:txBody>
          <a:bodyPr/>
          <a:lstStyle/>
          <a:p>
            <a:r>
              <a:rPr lang="en-US" dirty="0"/>
              <a:t>List groups</a:t>
            </a:r>
          </a:p>
          <a:p>
            <a:r>
              <a:rPr lang="en-US" dirty="0"/>
              <a:t>Accordion</a:t>
            </a:r>
          </a:p>
        </p:txBody>
      </p:sp>
      <p:sp>
        <p:nvSpPr>
          <p:cNvPr id="4" name="Date Placeholder 3"/>
          <p:cNvSpPr>
            <a:spLocks noGrp="1"/>
          </p:cNvSpPr>
          <p:nvPr>
            <p:ph type="dt" sz="half" idx="10"/>
          </p:nvPr>
        </p:nvSpPr>
        <p:spPr/>
        <p:txBody>
          <a:bodyPr/>
          <a:lstStyle/>
          <a:p>
            <a:fld id="{857AB2B5-ACCD-804D-9822-13ECAF00B4FF}"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25</a:t>
            </a:fld>
            <a:endParaRPr lang="en-US"/>
          </a:p>
        </p:txBody>
      </p:sp>
    </p:spTree>
    <p:extLst>
      <p:ext uri="{BB962C8B-B14F-4D97-AF65-F5344CB8AC3E}">
        <p14:creationId xmlns:p14="http://schemas.microsoft.com/office/powerpoint/2010/main" val="14773584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Menu</a:t>
            </a:r>
          </a:p>
        </p:txBody>
      </p:sp>
      <p:sp>
        <p:nvSpPr>
          <p:cNvPr id="3" name="Content Placeholder 2"/>
          <p:cNvSpPr>
            <a:spLocks noGrp="1"/>
          </p:cNvSpPr>
          <p:nvPr>
            <p:ph idx="1"/>
          </p:nvPr>
        </p:nvSpPr>
        <p:spPr/>
        <p:txBody>
          <a:bodyPr>
            <a:normAutofit/>
          </a:bodyPr>
          <a:lstStyle/>
          <a:p>
            <a:pPr marL="0" indent="0">
              <a:buNone/>
            </a:pP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div</a:t>
            </a:r>
            <a:r>
              <a:rPr lang="en-US" sz="1800" dirty="0">
                <a:solidFill>
                  <a:srgbClr val="00A3AF"/>
                </a:solidFill>
                <a:latin typeface="Menlo"/>
                <a:ea typeface="Menlo"/>
                <a:cs typeface="Menlo"/>
              </a:rPr>
              <a:t> </a:t>
            </a:r>
            <a:r>
              <a:rPr lang="en-US" sz="1800" dirty="0">
                <a:solidFill>
                  <a:srgbClr val="00A500"/>
                </a:solidFill>
                <a:latin typeface="Menlo"/>
                <a:ea typeface="Menlo"/>
                <a:cs typeface="Menlo"/>
              </a:rPr>
              <a:t>class</a:t>
            </a:r>
            <a:r>
              <a:rPr lang="en-US" sz="1800" dirty="0">
                <a:solidFill>
                  <a:srgbClr val="00A3AF"/>
                </a:solidFill>
                <a:latin typeface="Menlo"/>
                <a:ea typeface="Menlo"/>
                <a:cs typeface="Menlo"/>
              </a:rPr>
              <a:t>=</a:t>
            </a:r>
            <a:r>
              <a:rPr lang="en-US" sz="1800" dirty="0">
                <a:solidFill>
                  <a:srgbClr val="B12412"/>
                </a:solidFill>
                <a:latin typeface="Menlo"/>
                <a:ea typeface="Menlo"/>
                <a:cs typeface="Menlo"/>
              </a:rPr>
              <a:t>"container"</a:t>
            </a:r>
            <a:r>
              <a:rPr lang="en-US" sz="1800" dirty="0">
                <a:solidFill>
                  <a:srgbClr val="00A3AF"/>
                </a:solidFill>
                <a:latin typeface="Menlo"/>
                <a:ea typeface="Menlo"/>
                <a:cs typeface="Menlo"/>
              </a:rPr>
              <a:t>&gt;</a:t>
            </a:r>
            <a:endParaRPr lang="en-US" sz="1800" dirty="0">
              <a:solidFill>
                <a:srgbClr val="4C2F2D"/>
              </a:solidFill>
              <a:latin typeface="Menlo"/>
              <a:ea typeface="Menlo"/>
              <a:cs typeface="Menlo"/>
            </a:endParaRPr>
          </a:p>
          <a:p>
            <a:pPr marL="0" indent="0">
              <a:buNone/>
            </a:pPr>
            <a:r>
              <a:rPr lang="en-US" sz="1800" dirty="0">
                <a:solidFill>
                  <a:srgbClr val="4C2F2D"/>
                </a:solidFill>
                <a:latin typeface="Menlo"/>
                <a:ea typeface="Menlo"/>
                <a:cs typeface="Menlo"/>
              </a:rPr>
              <a:t>  </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h3</a:t>
            </a:r>
            <a:r>
              <a:rPr lang="en-US" sz="1800" dirty="0">
                <a:solidFill>
                  <a:srgbClr val="00A3AF"/>
                </a:solidFill>
                <a:latin typeface="Menlo"/>
                <a:ea typeface="Menlo"/>
                <a:cs typeface="Menlo"/>
              </a:rPr>
              <a:t>&gt;</a:t>
            </a:r>
            <a:r>
              <a:rPr lang="en-US" sz="1800" dirty="0">
                <a:solidFill>
                  <a:srgbClr val="C02DC0"/>
                </a:solidFill>
                <a:latin typeface="Menlo"/>
                <a:ea typeface="Menlo"/>
                <a:cs typeface="Menlo"/>
              </a:rPr>
              <a:t>Inline List</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h3</a:t>
            </a:r>
            <a:r>
              <a:rPr lang="en-US" sz="1800" dirty="0">
                <a:solidFill>
                  <a:srgbClr val="00A3AF"/>
                </a:solidFill>
                <a:latin typeface="Menlo"/>
                <a:ea typeface="Menlo"/>
                <a:cs typeface="Menlo"/>
              </a:rPr>
              <a:t>&gt;</a:t>
            </a:r>
            <a:endParaRPr lang="en-US" sz="1800" dirty="0">
              <a:solidFill>
                <a:srgbClr val="4C2F2D"/>
              </a:solidFill>
              <a:latin typeface="Menlo"/>
              <a:ea typeface="Menlo"/>
              <a:cs typeface="Menlo"/>
            </a:endParaRPr>
          </a:p>
          <a:p>
            <a:pPr marL="0" indent="0">
              <a:buNone/>
            </a:pPr>
            <a:r>
              <a:rPr lang="en-US" sz="1800" dirty="0">
                <a:solidFill>
                  <a:srgbClr val="4C2F2D"/>
                </a:solidFill>
                <a:latin typeface="Menlo"/>
                <a:ea typeface="Menlo"/>
                <a:cs typeface="Menlo"/>
              </a:rPr>
              <a:t>  </a:t>
            </a:r>
            <a:r>
              <a:rPr lang="en-US" sz="1800" dirty="0">
                <a:solidFill>
                  <a:srgbClr val="00A3AF"/>
                </a:solidFill>
                <a:latin typeface="Menlo"/>
                <a:ea typeface="Menlo"/>
                <a:cs typeface="Menlo"/>
              </a:rPr>
              <a:t>&lt;</a:t>
            </a:r>
            <a:r>
              <a:rPr lang="en-US" sz="1800" dirty="0" err="1">
                <a:solidFill>
                  <a:srgbClr val="B7660A"/>
                </a:solidFill>
                <a:latin typeface="Menlo"/>
                <a:ea typeface="Menlo"/>
                <a:cs typeface="Menlo"/>
              </a:rPr>
              <a:t>ul</a:t>
            </a:r>
            <a:r>
              <a:rPr lang="en-US" sz="1800" dirty="0">
                <a:solidFill>
                  <a:srgbClr val="00A3AF"/>
                </a:solidFill>
                <a:latin typeface="Menlo"/>
                <a:ea typeface="Menlo"/>
                <a:cs typeface="Menlo"/>
              </a:rPr>
              <a:t> </a:t>
            </a:r>
            <a:r>
              <a:rPr lang="en-US" sz="1800" dirty="0">
                <a:solidFill>
                  <a:srgbClr val="00A500"/>
                </a:solidFill>
                <a:latin typeface="Menlo"/>
                <a:ea typeface="Menlo"/>
                <a:cs typeface="Menlo"/>
              </a:rPr>
              <a:t>class</a:t>
            </a:r>
            <a:r>
              <a:rPr lang="en-US" sz="1800" dirty="0">
                <a:solidFill>
                  <a:srgbClr val="00A3AF"/>
                </a:solidFill>
                <a:latin typeface="Menlo"/>
                <a:ea typeface="Menlo"/>
                <a:cs typeface="Menlo"/>
              </a:rPr>
              <a:t>=</a:t>
            </a:r>
            <a:r>
              <a:rPr lang="en-US" sz="1800" dirty="0">
                <a:solidFill>
                  <a:srgbClr val="B12412"/>
                </a:solidFill>
                <a:latin typeface="Menlo"/>
                <a:ea typeface="Menlo"/>
                <a:cs typeface="Menlo"/>
              </a:rPr>
              <a:t>"list-inline"</a:t>
            </a:r>
            <a:r>
              <a:rPr lang="en-US" sz="1800" dirty="0">
                <a:solidFill>
                  <a:srgbClr val="00A3AF"/>
                </a:solidFill>
                <a:latin typeface="Menlo"/>
                <a:ea typeface="Menlo"/>
                <a:cs typeface="Menlo"/>
              </a:rPr>
              <a:t>&gt;</a:t>
            </a:r>
            <a:endParaRPr lang="en-US" sz="1800" dirty="0">
              <a:solidFill>
                <a:srgbClr val="4C2F2D"/>
              </a:solidFill>
              <a:latin typeface="Menlo"/>
              <a:ea typeface="Menlo"/>
              <a:cs typeface="Menlo"/>
            </a:endParaRPr>
          </a:p>
          <a:p>
            <a:pPr marL="0" indent="0">
              <a:buNone/>
            </a:pPr>
            <a:r>
              <a:rPr lang="en-US" sz="1800" dirty="0">
                <a:solidFill>
                  <a:srgbClr val="4C2F2D"/>
                </a:solidFill>
                <a:latin typeface="Menlo"/>
                <a:ea typeface="Menlo"/>
                <a:cs typeface="Menlo"/>
              </a:rPr>
              <a:t>    </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li</a:t>
            </a:r>
            <a:r>
              <a:rPr lang="en-US" sz="1800" dirty="0">
                <a:solidFill>
                  <a:srgbClr val="00A3AF"/>
                </a:solidFill>
                <a:latin typeface="Menlo"/>
                <a:ea typeface="Menlo"/>
                <a:cs typeface="Menlo"/>
              </a:rPr>
              <a:t>&gt;&lt;</a:t>
            </a:r>
            <a:r>
              <a:rPr lang="en-US" sz="1800" dirty="0">
                <a:solidFill>
                  <a:srgbClr val="B7660A"/>
                </a:solidFill>
                <a:latin typeface="Menlo"/>
                <a:ea typeface="Menlo"/>
                <a:cs typeface="Menlo"/>
              </a:rPr>
              <a:t>a</a:t>
            </a:r>
            <a:r>
              <a:rPr lang="en-US" sz="1800" dirty="0">
                <a:solidFill>
                  <a:srgbClr val="00A3AF"/>
                </a:solidFill>
                <a:latin typeface="Menlo"/>
                <a:ea typeface="Menlo"/>
                <a:cs typeface="Menlo"/>
              </a:rPr>
              <a:t> </a:t>
            </a:r>
            <a:r>
              <a:rPr lang="en-US" sz="1800" dirty="0" err="1">
                <a:solidFill>
                  <a:srgbClr val="00A500"/>
                </a:solidFill>
                <a:latin typeface="Menlo"/>
                <a:ea typeface="Menlo"/>
                <a:cs typeface="Menlo"/>
              </a:rPr>
              <a:t>href</a:t>
            </a:r>
            <a:r>
              <a:rPr lang="en-US" sz="1800" dirty="0">
                <a:solidFill>
                  <a:srgbClr val="00A3AF"/>
                </a:solidFill>
                <a:latin typeface="Menlo"/>
                <a:ea typeface="Menlo"/>
                <a:cs typeface="Menlo"/>
              </a:rPr>
              <a:t>=</a:t>
            </a:r>
            <a:r>
              <a:rPr lang="en-US" sz="1800" dirty="0">
                <a:solidFill>
                  <a:srgbClr val="B12412"/>
                </a:solidFill>
                <a:latin typeface="Menlo"/>
                <a:ea typeface="Menlo"/>
                <a:cs typeface="Menlo"/>
              </a:rPr>
              <a:t>"#"</a:t>
            </a:r>
            <a:r>
              <a:rPr lang="en-US" sz="1800" dirty="0">
                <a:solidFill>
                  <a:srgbClr val="00A3AF"/>
                </a:solidFill>
                <a:latin typeface="Menlo"/>
                <a:ea typeface="Menlo"/>
                <a:cs typeface="Menlo"/>
              </a:rPr>
              <a:t>&gt;</a:t>
            </a:r>
            <a:r>
              <a:rPr lang="en-US" sz="1800" u="sng" dirty="0">
                <a:solidFill>
                  <a:srgbClr val="C02DC0"/>
                </a:solidFill>
                <a:latin typeface="Menlo"/>
                <a:ea typeface="Menlo"/>
                <a:cs typeface="Menlo"/>
              </a:rPr>
              <a:t>Home</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a</a:t>
            </a:r>
            <a:r>
              <a:rPr lang="en-US" sz="1800" dirty="0">
                <a:solidFill>
                  <a:srgbClr val="00A3AF"/>
                </a:solidFill>
                <a:latin typeface="Menlo"/>
                <a:ea typeface="Menlo"/>
                <a:cs typeface="Menlo"/>
              </a:rPr>
              <a:t>&gt;&lt;/</a:t>
            </a:r>
            <a:r>
              <a:rPr lang="en-US" sz="1800" dirty="0">
                <a:solidFill>
                  <a:srgbClr val="B7660A"/>
                </a:solidFill>
                <a:latin typeface="Menlo"/>
                <a:ea typeface="Menlo"/>
                <a:cs typeface="Menlo"/>
              </a:rPr>
              <a:t>li</a:t>
            </a:r>
            <a:r>
              <a:rPr lang="en-US" sz="1800" dirty="0">
                <a:solidFill>
                  <a:srgbClr val="00A3AF"/>
                </a:solidFill>
                <a:latin typeface="Menlo"/>
                <a:ea typeface="Menlo"/>
                <a:cs typeface="Menlo"/>
              </a:rPr>
              <a:t>&gt;</a:t>
            </a:r>
            <a:endParaRPr lang="en-US" sz="1800" dirty="0">
              <a:solidFill>
                <a:srgbClr val="4C2F2D"/>
              </a:solidFill>
              <a:latin typeface="Menlo"/>
              <a:ea typeface="Menlo"/>
              <a:cs typeface="Menlo"/>
            </a:endParaRPr>
          </a:p>
          <a:p>
            <a:pPr marL="0" indent="0">
              <a:buNone/>
            </a:pPr>
            <a:r>
              <a:rPr lang="en-US" sz="1800" dirty="0">
                <a:solidFill>
                  <a:srgbClr val="4C2F2D"/>
                </a:solidFill>
                <a:latin typeface="Menlo"/>
                <a:ea typeface="Menlo"/>
                <a:cs typeface="Menlo"/>
              </a:rPr>
              <a:t>    </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li</a:t>
            </a:r>
            <a:r>
              <a:rPr lang="en-US" sz="1800" dirty="0">
                <a:solidFill>
                  <a:srgbClr val="00A3AF"/>
                </a:solidFill>
                <a:latin typeface="Menlo"/>
                <a:ea typeface="Menlo"/>
                <a:cs typeface="Menlo"/>
              </a:rPr>
              <a:t>&gt;&lt;</a:t>
            </a:r>
            <a:r>
              <a:rPr lang="en-US" sz="1800" dirty="0">
                <a:solidFill>
                  <a:srgbClr val="B7660A"/>
                </a:solidFill>
                <a:latin typeface="Menlo"/>
                <a:ea typeface="Menlo"/>
                <a:cs typeface="Menlo"/>
              </a:rPr>
              <a:t>a</a:t>
            </a:r>
            <a:r>
              <a:rPr lang="en-US" sz="1800" dirty="0">
                <a:solidFill>
                  <a:srgbClr val="00A3AF"/>
                </a:solidFill>
                <a:latin typeface="Menlo"/>
                <a:ea typeface="Menlo"/>
                <a:cs typeface="Menlo"/>
              </a:rPr>
              <a:t> </a:t>
            </a:r>
            <a:r>
              <a:rPr lang="en-US" sz="1800" dirty="0" err="1">
                <a:solidFill>
                  <a:srgbClr val="00A500"/>
                </a:solidFill>
                <a:latin typeface="Menlo"/>
                <a:ea typeface="Menlo"/>
                <a:cs typeface="Menlo"/>
              </a:rPr>
              <a:t>href</a:t>
            </a:r>
            <a:r>
              <a:rPr lang="en-US" sz="1800" dirty="0">
                <a:solidFill>
                  <a:srgbClr val="00A3AF"/>
                </a:solidFill>
                <a:latin typeface="Menlo"/>
                <a:ea typeface="Menlo"/>
                <a:cs typeface="Menlo"/>
              </a:rPr>
              <a:t>=</a:t>
            </a:r>
            <a:r>
              <a:rPr lang="en-US" sz="1800" dirty="0">
                <a:solidFill>
                  <a:srgbClr val="B12412"/>
                </a:solidFill>
                <a:latin typeface="Menlo"/>
                <a:ea typeface="Menlo"/>
                <a:cs typeface="Menlo"/>
              </a:rPr>
              <a:t>"#"</a:t>
            </a:r>
            <a:r>
              <a:rPr lang="en-US" sz="1800" dirty="0">
                <a:solidFill>
                  <a:srgbClr val="00A3AF"/>
                </a:solidFill>
                <a:latin typeface="Menlo"/>
                <a:ea typeface="Menlo"/>
                <a:cs typeface="Menlo"/>
              </a:rPr>
              <a:t>&gt;</a:t>
            </a:r>
            <a:r>
              <a:rPr lang="en-US" sz="1800" u="sng" dirty="0">
                <a:solidFill>
                  <a:srgbClr val="C02DC0"/>
                </a:solidFill>
                <a:latin typeface="Menlo"/>
                <a:ea typeface="Menlo"/>
                <a:cs typeface="Menlo"/>
              </a:rPr>
              <a:t>Menu 1</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a</a:t>
            </a:r>
            <a:r>
              <a:rPr lang="en-US" sz="1800" dirty="0">
                <a:solidFill>
                  <a:srgbClr val="00A3AF"/>
                </a:solidFill>
                <a:latin typeface="Menlo"/>
                <a:ea typeface="Menlo"/>
                <a:cs typeface="Menlo"/>
              </a:rPr>
              <a:t>&gt;&lt;/</a:t>
            </a:r>
            <a:r>
              <a:rPr lang="en-US" sz="1800" dirty="0">
                <a:solidFill>
                  <a:srgbClr val="B7660A"/>
                </a:solidFill>
                <a:latin typeface="Menlo"/>
                <a:ea typeface="Menlo"/>
                <a:cs typeface="Menlo"/>
              </a:rPr>
              <a:t>li</a:t>
            </a:r>
            <a:r>
              <a:rPr lang="en-US" sz="1800" dirty="0">
                <a:solidFill>
                  <a:srgbClr val="00A3AF"/>
                </a:solidFill>
                <a:latin typeface="Menlo"/>
                <a:ea typeface="Menlo"/>
                <a:cs typeface="Menlo"/>
              </a:rPr>
              <a:t>&gt;</a:t>
            </a:r>
            <a:endParaRPr lang="en-US" sz="1800" dirty="0">
              <a:solidFill>
                <a:srgbClr val="4C2F2D"/>
              </a:solidFill>
              <a:latin typeface="Menlo"/>
              <a:ea typeface="Menlo"/>
              <a:cs typeface="Menlo"/>
            </a:endParaRPr>
          </a:p>
          <a:p>
            <a:pPr marL="0" indent="0">
              <a:buNone/>
            </a:pPr>
            <a:r>
              <a:rPr lang="en-US" sz="1800" dirty="0">
                <a:solidFill>
                  <a:srgbClr val="4C2F2D"/>
                </a:solidFill>
                <a:latin typeface="Menlo"/>
                <a:ea typeface="Menlo"/>
                <a:cs typeface="Menlo"/>
              </a:rPr>
              <a:t>    </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li</a:t>
            </a:r>
            <a:r>
              <a:rPr lang="en-US" sz="1800" dirty="0">
                <a:solidFill>
                  <a:srgbClr val="00A3AF"/>
                </a:solidFill>
                <a:latin typeface="Menlo"/>
                <a:ea typeface="Menlo"/>
                <a:cs typeface="Menlo"/>
              </a:rPr>
              <a:t>&gt;&lt;</a:t>
            </a:r>
            <a:r>
              <a:rPr lang="en-US" sz="1800" dirty="0">
                <a:solidFill>
                  <a:srgbClr val="B7660A"/>
                </a:solidFill>
                <a:latin typeface="Menlo"/>
                <a:ea typeface="Menlo"/>
                <a:cs typeface="Menlo"/>
              </a:rPr>
              <a:t>a</a:t>
            </a:r>
            <a:r>
              <a:rPr lang="en-US" sz="1800" dirty="0">
                <a:solidFill>
                  <a:srgbClr val="00A3AF"/>
                </a:solidFill>
                <a:latin typeface="Menlo"/>
                <a:ea typeface="Menlo"/>
                <a:cs typeface="Menlo"/>
              </a:rPr>
              <a:t> </a:t>
            </a:r>
            <a:r>
              <a:rPr lang="en-US" sz="1800" dirty="0" err="1">
                <a:solidFill>
                  <a:srgbClr val="00A500"/>
                </a:solidFill>
                <a:latin typeface="Menlo"/>
                <a:ea typeface="Menlo"/>
                <a:cs typeface="Menlo"/>
              </a:rPr>
              <a:t>href</a:t>
            </a:r>
            <a:r>
              <a:rPr lang="en-US" sz="1800" dirty="0">
                <a:solidFill>
                  <a:srgbClr val="00A3AF"/>
                </a:solidFill>
                <a:latin typeface="Menlo"/>
                <a:ea typeface="Menlo"/>
                <a:cs typeface="Menlo"/>
              </a:rPr>
              <a:t>=</a:t>
            </a:r>
            <a:r>
              <a:rPr lang="en-US" sz="1800" dirty="0">
                <a:solidFill>
                  <a:srgbClr val="B12412"/>
                </a:solidFill>
                <a:latin typeface="Menlo"/>
                <a:ea typeface="Menlo"/>
                <a:cs typeface="Menlo"/>
              </a:rPr>
              <a:t>"#"</a:t>
            </a:r>
            <a:r>
              <a:rPr lang="en-US" sz="1800" dirty="0">
                <a:solidFill>
                  <a:srgbClr val="00A3AF"/>
                </a:solidFill>
                <a:latin typeface="Menlo"/>
                <a:ea typeface="Menlo"/>
                <a:cs typeface="Menlo"/>
              </a:rPr>
              <a:t>&gt;</a:t>
            </a:r>
            <a:r>
              <a:rPr lang="en-US" sz="1800" u="sng" dirty="0">
                <a:solidFill>
                  <a:srgbClr val="C02DC0"/>
                </a:solidFill>
                <a:latin typeface="Menlo"/>
                <a:ea typeface="Menlo"/>
                <a:cs typeface="Menlo"/>
              </a:rPr>
              <a:t>Menu 2</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a</a:t>
            </a:r>
            <a:r>
              <a:rPr lang="en-US" sz="1800" dirty="0">
                <a:solidFill>
                  <a:srgbClr val="00A3AF"/>
                </a:solidFill>
                <a:latin typeface="Menlo"/>
                <a:ea typeface="Menlo"/>
                <a:cs typeface="Menlo"/>
              </a:rPr>
              <a:t>&gt;&lt;/</a:t>
            </a:r>
            <a:r>
              <a:rPr lang="en-US" sz="1800" dirty="0">
                <a:solidFill>
                  <a:srgbClr val="B7660A"/>
                </a:solidFill>
                <a:latin typeface="Menlo"/>
                <a:ea typeface="Menlo"/>
                <a:cs typeface="Menlo"/>
              </a:rPr>
              <a:t>li</a:t>
            </a:r>
            <a:r>
              <a:rPr lang="en-US" sz="1800" dirty="0">
                <a:solidFill>
                  <a:srgbClr val="00A3AF"/>
                </a:solidFill>
                <a:latin typeface="Menlo"/>
                <a:ea typeface="Menlo"/>
                <a:cs typeface="Menlo"/>
              </a:rPr>
              <a:t>&gt;</a:t>
            </a:r>
            <a:endParaRPr lang="en-US" sz="1800" dirty="0">
              <a:solidFill>
                <a:srgbClr val="4C2F2D"/>
              </a:solidFill>
              <a:latin typeface="Menlo"/>
              <a:ea typeface="Menlo"/>
              <a:cs typeface="Menlo"/>
            </a:endParaRPr>
          </a:p>
          <a:p>
            <a:pPr marL="0" indent="0">
              <a:buNone/>
            </a:pPr>
            <a:r>
              <a:rPr lang="en-US" sz="1800" dirty="0">
                <a:solidFill>
                  <a:srgbClr val="4C2F2D"/>
                </a:solidFill>
                <a:latin typeface="Menlo"/>
                <a:ea typeface="Menlo"/>
                <a:cs typeface="Menlo"/>
              </a:rPr>
              <a:t>    </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li</a:t>
            </a:r>
            <a:r>
              <a:rPr lang="en-US" sz="1800" dirty="0">
                <a:solidFill>
                  <a:srgbClr val="00A3AF"/>
                </a:solidFill>
                <a:latin typeface="Menlo"/>
                <a:ea typeface="Menlo"/>
                <a:cs typeface="Menlo"/>
              </a:rPr>
              <a:t>&gt;&lt;</a:t>
            </a:r>
            <a:r>
              <a:rPr lang="en-US" sz="1800" dirty="0">
                <a:solidFill>
                  <a:srgbClr val="B7660A"/>
                </a:solidFill>
                <a:latin typeface="Menlo"/>
                <a:ea typeface="Menlo"/>
                <a:cs typeface="Menlo"/>
              </a:rPr>
              <a:t>a</a:t>
            </a:r>
            <a:r>
              <a:rPr lang="en-US" sz="1800" dirty="0">
                <a:solidFill>
                  <a:srgbClr val="00A3AF"/>
                </a:solidFill>
                <a:latin typeface="Menlo"/>
                <a:ea typeface="Menlo"/>
                <a:cs typeface="Menlo"/>
              </a:rPr>
              <a:t> </a:t>
            </a:r>
            <a:r>
              <a:rPr lang="en-US" sz="1800" dirty="0" err="1">
                <a:solidFill>
                  <a:srgbClr val="00A500"/>
                </a:solidFill>
                <a:latin typeface="Menlo"/>
                <a:ea typeface="Menlo"/>
                <a:cs typeface="Menlo"/>
              </a:rPr>
              <a:t>href</a:t>
            </a:r>
            <a:r>
              <a:rPr lang="en-US" sz="1800" dirty="0">
                <a:solidFill>
                  <a:srgbClr val="00A3AF"/>
                </a:solidFill>
                <a:latin typeface="Menlo"/>
                <a:ea typeface="Menlo"/>
                <a:cs typeface="Menlo"/>
              </a:rPr>
              <a:t>=</a:t>
            </a:r>
            <a:r>
              <a:rPr lang="en-US" sz="1800" dirty="0">
                <a:solidFill>
                  <a:srgbClr val="B12412"/>
                </a:solidFill>
                <a:latin typeface="Menlo"/>
                <a:ea typeface="Menlo"/>
                <a:cs typeface="Menlo"/>
              </a:rPr>
              <a:t>"#"</a:t>
            </a:r>
            <a:r>
              <a:rPr lang="en-US" sz="1800" dirty="0">
                <a:solidFill>
                  <a:srgbClr val="00A3AF"/>
                </a:solidFill>
                <a:latin typeface="Menlo"/>
                <a:ea typeface="Menlo"/>
                <a:cs typeface="Menlo"/>
              </a:rPr>
              <a:t>&gt;</a:t>
            </a:r>
            <a:r>
              <a:rPr lang="en-US" sz="1800" u="sng" dirty="0">
                <a:solidFill>
                  <a:srgbClr val="C02DC0"/>
                </a:solidFill>
                <a:latin typeface="Menlo"/>
                <a:ea typeface="Menlo"/>
                <a:cs typeface="Menlo"/>
              </a:rPr>
              <a:t>Menu 3</a:t>
            </a: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a</a:t>
            </a:r>
            <a:r>
              <a:rPr lang="en-US" sz="1800" dirty="0">
                <a:solidFill>
                  <a:srgbClr val="00A3AF"/>
                </a:solidFill>
                <a:latin typeface="Menlo"/>
                <a:ea typeface="Menlo"/>
                <a:cs typeface="Menlo"/>
              </a:rPr>
              <a:t>&gt;&lt;/</a:t>
            </a:r>
            <a:r>
              <a:rPr lang="en-US" sz="1800" dirty="0">
                <a:solidFill>
                  <a:srgbClr val="B7660A"/>
                </a:solidFill>
                <a:latin typeface="Menlo"/>
                <a:ea typeface="Menlo"/>
                <a:cs typeface="Menlo"/>
              </a:rPr>
              <a:t>li</a:t>
            </a:r>
            <a:r>
              <a:rPr lang="en-US" sz="1800" dirty="0">
                <a:solidFill>
                  <a:srgbClr val="00A3AF"/>
                </a:solidFill>
                <a:latin typeface="Menlo"/>
                <a:ea typeface="Menlo"/>
                <a:cs typeface="Menlo"/>
              </a:rPr>
              <a:t>&gt;</a:t>
            </a:r>
            <a:endParaRPr lang="en-US" sz="1800" dirty="0">
              <a:solidFill>
                <a:srgbClr val="4C2F2D"/>
              </a:solidFill>
              <a:latin typeface="Menlo"/>
              <a:ea typeface="Menlo"/>
              <a:cs typeface="Menlo"/>
            </a:endParaRPr>
          </a:p>
          <a:p>
            <a:pPr marL="0" indent="0">
              <a:buNone/>
            </a:pPr>
            <a:r>
              <a:rPr lang="en-US" sz="1800" dirty="0">
                <a:solidFill>
                  <a:srgbClr val="4C2F2D"/>
                </a:solidFill>
                <a:latin typeface="Menlo"/>
                <a:ea typeface="Menlo"/>
                <a:cs typeface="Menlo"/>
              </a:rPr>
              <a:t>  </a:t>
            </a:r>
            <a:r>
              <a:rPr lang="en-US" sz="1800" dirty="0">
                <a:solidFill>
                  <a:srgbClr val="00A3AF"/>
                </a:solidFill>
                <a:latin typeface="Menlo"/>
                <a:ea typeface="Menlo"/>
                <a:cs typeface="Menlo"/>
              </a:rPr>
              <a:t>&lt;/</a:t>
            </a:r>
            <a:r>
              <a:rPr lang="en-US" sz="1800" dirty="0" err="1">
                <a:solidFill>
                  <a:srgbClr val="B7660A"/>
                </a:solidFill>
                <a:latin typeface="Menlo"/>
                <a:ea typeface="Menlo"/>
                <a:cs typeface="Menlo"/>
              </a:rPr>
              <a:t>ul</a:t>
            </a:r>
            <a:r>
              <a:rPr lang="en-US" sz="1800" dirty="0">
                <a:solidFill>
                  <a:srgbClr val="00A3AF"/>
                </a:solidFill>
                <a:latin typeface="Menlo"/>
                <a:ea typeface="Menlo"/>
                <a:cs typeface="Menlo"/>
              </a:rPr>
              <a:t>&gt;</a:t>
            </a:r>
            <a:endParaRPr lang="en-US" sz="1800" dirty="0">
              <a:solidFill>
                <a:srgbClr val="4C2F2D"/>
              </a:solidFill>
              <a:latin typeface="Menlo"/>
              <a:ea typeface="Menlo"/>
              <a:cs typeface="Menlo"/>
            </a:endParaRPr>
          </a:p>
          <a:p>
            <a:pPr marL="0" indent="0">
              <a:buNone/>
            </a:pPr>
            <a:r>
              <a:rPr lang="en-US" sz="1800" dirty="0">
                <a:solidFill>
                  <a:srgbClr val="00A3AF"/>
                </a:solidFill>
                <a:latin typeface="Menlo"/>
                <a:ea typeface="Menlo"/>
                <a:cs typeface="Menlo"/>
              </a:rPr>
              <a:t>&lt;/</a:t>
            </a:r>
            <a:r>
              <a:rPr lang="en-US" sz="1800" dirty="0">
                <a:solidFill>
                  <a:srgbClr val="B7660A"/>
                </a:solidFill>
                <a:latin typeface="Menlo"/>
                <a:ea typeface="Menlo"/>
                <a:cs typeface="Menlo"/>
              </a:rPr>
              <a:t>div</a:t>
            </a:r>
            <a:r>
              <a:rPr lang="en-US" sz="1800" dirty="0">
                <a:solidFill>
                  <a:srgbClr val="00A3AF"/>
                </a:solidFill>
                <a:latin typeface="Menlo"/>
                <a:ea typeface="Menlo"/>
                <a:cs typeface="Menlo"/>
              </a:rPr>
              <a:t>&gt;</a:t>
            </a:r>
            <a:endParaRPr lang="en-US" sz="1800" dirty="0"/>
          </a:p>
        </p:txBody>
      </p:sp>
      <p:sp>
        <p:nvSpPr>
          <p:cNvPr id="4" name="Date Placeholder 3"/>
          <p:cNvSpPr>
            <a:spLocks noGrp="1"/>
          </p:cNvSpPr>
          <p:nvPr>
            <p:ph type="dt" sz="half" idx="10"/>
          </p:nvPr>
        </p:nvSpPr>
        <p:spPr/>
        <p:txBody>
          <a:bodyPr/>
          <a:lstStyle/>
          <a:p>
            <a:fld id="{D09FDE5F-824F-9648-86F0-5846AF832A6C}"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26</a:t>
            </a:fld>
            <a:endParaRPr lang="en-US"/>
          </a:p>
        </p:txBody>
      </p:sp>
    </p:spTree>
    <p:extLst>
      <p:ext uri="{BB962C8B-B14F-4D97-AF65-F5344CB8AC3E}">
        <p14:creationId xmlns:p14="http://schemas.microsoft.com/office/powerpoint/2010/main" val="7391088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 Bar</a:t>
            </a:r>
          </a:p>
        </p:txBody>
      </p:sp>
      <p:sp>
        <p:nvSpPr>
          <p:cNvPr id="3" name="Content Placeholder 2"/>
          <p:cNvSpPr>
            <a:spLocks noGrp="1"/>
          </p:cNvSpPr>
          <p:nvPr>
            <p:ph idx="1"/>
          </p:nvPr>
        </p:nvSpPr>
        <p:spPr/>
        <p:txBody>
          <a:bodyPr>
            <a:normAutofit/>
          </a:bodyPr>
          <a:lstStyle/>
          <a:p>
            <a:pPr marL="0" indent="0">
              <a:buNone/>
            </a:pP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div</a:t>
            </a:r>
            <a:r>
              <a:rPr lang="en-US" sz="1400" dirty="0">
                <a:solidFill>
                  <a:srgbClr val="00A3AF"/>
                </a:solidFill>
                <a:latin typeface="Menlo"/>
                <a:ea typeface="Menlo"/>
                <a:cs typeface="Menlo"/>
              </a:rPr>
              <a:t> </a:t>
            </a:r>
            <a:r>
              <a:rPr lang="en-US" sz="1400" dirty="0">
                <a:solidFill>
                  <a:srgbClr val="00A500"/>
                </a:solidFill>
                <a:latin typeface="Menlo"/>
                <a:ea typeface="Menlo"/>
                <a:cs typeface="Menlo"/>
              </a:rPr>
              <a:t>class</a:t>
            </a:r>
            <a:r>
              <a:rPr lang="en-US" sz="1400" dirty="0">
                <a:solidFill>
                  <a:srgbClr val="00A3AF"/>
                </a:solidFill>
                <a:latin typeface="Menlo"/>
                <a:ea typeface="Menlo"/>
                <a:cs typeface="Menlo"/>
              </a:rPr>
              <a:t>=</a:t>
            </a:r>
            <a:r>
              <a:rPr lang="en-US" sz="1400" dirty="0">
                <a:solidFill>
                  <a:srgbClr val="B12412"/>
                </a:solidFill>
                <a:latin typeface="Menlo"/>
                <a:ea typeface="Menlo"/>
                <a:cs typeface="Menlo"/>
              </a:rPr>
              <a:t>"container"</a:t>
            </a:r>
            <a:r>
              <a:rPr lang="en-US" sz="1400" dirty="0">
                <a:solidFill>
                  <a:srgbClr val="00A3AF"/>
                </a:solidFill>
                <a:latin typeface="Menlo"/>
                <a:ea typeface="Menlo"/>
                <a:cs typeface="Menlo"/>
              </a:rPr>
              <a:t>&gt;</a:t>
            </a:r>
            <a:endParaRPr lang="en-US" sz="1400" dirty="0">
              <a:solidFill>
                <a:srgbClr val="4C2F2D"/>
              </a:solidFill>
              <a:latin typeface="Menlo"/>
              <a:ea typeface="Menlo"/>
              <a:cs typeface="Menlo"/>
            </a:endParaRPr>
          </a:p>
          <a:p>
            <a:pPr marL="0" indent="0">
              <a:buNone/>
            </a:pPr>
            <a:r>
              <a:rPr lang="en-US" sz="1400" dirty="0">
                <a:solidFill>
                  <a:srgbClr val="4C2F2D"/>
                </a:solidFill>
                <a:latin typeface="Menlo"/>
                <a:ea typeface="Menlo"/>
                <a:cs typeface="Menlo"/>
              </a:rPr>
              <a:t>  </a:t>
            </a:r>
            <a:r>
              <a:rPr lang="en-US" sz="1400" dirty="0">
                <a:solidFill>
                  <a:srgbClr val="00A3AF"/>
                </a:solidFill>
                <a:latin typeface="Menlo"/>
                <a:ea typeface="Menlo"/>
                <a:cs typeface="Menlo"/>
              </a:rPr>
              <a:t>&lt;</a:t>
            </a:r>
            <a:r>
              <a:rPr lang="en-US" sz="1400" dirty="0" err="1">
                <a:solidFill>
                  <a:srgbClr val="B7660A"/>
                </a:solidFill>
                <a:latin typeface="Menlo"/>
                <a:ea typeface="Menlo"/>
                <a:cs typeface="Menlo"/>
              </a:rPr>
              <a:t>ul</a:t>
            </a:r>
            <a:r>
              <a:rPr lang="en-US" sz="1400" dirty="0">
                <a:solidFill>
                  <a:srgbClr val="00A3AF"/>
                </a:solidFill>
                <a:latin typeface="Menlo"/>
                <a:ea typeface="Menlo"/>
                <a:cs typeface="Menlo"/>
              </a:rPr>
              <a:t> </a:t>
            </a:r>
            <a:r>
              <a:rPr lang="en-US" sz="1400" dirty="0">
                <a:solidFill>
                  <a:srgbClr val="00A500"/>
                </a:solidFill>
                <a:latin typeface="Menlo"/>
                <a:ea typeface="Menlo"/>
                <a:cs typeface="Menlo"/>
              </a:rPr>
              <a:t>class</a:t>
            </a:r>
            <a:r>
              <a:rPr lang="en-US" sz="1400" dirty="0">
                <a:solidFill>
                  <a:srgbClr val="00A3AF"/>
                </a:solidFill>
                <a:latin typeface="Menlo"/>
                <a:ea typeface="Menlo"/>
                <a:cs typeface="Menlo"/>
              </a:rPr>
              <a:t>=</a:t>
            </a:r>
            <a:r>
              <a:rPr lang="en-US" sz="1400" dirty="0">
                <a:solidFill>
                  <a:srgbClr val="B12412"/>
                </a:solidFill>
                <a:latin typeface="Menlo"/>
                <a:ea typeface="Menlo"/>
                <a:cs typeface="Menlo"/>
              </a:rPr>
              <a:t>"</a:t>
            </a:r>
            <a:r>
              <a:rPr lang="en-US" sz="1400" dirty="0" err="1">
                <a:solidFill>
                  <a:srgbClr val="B12412"/>
                </a:solidFill>
                <a:latin typeface="Menlo"/>
                <a:ea typeface="Menlo"/>
                <a:cs typeface="Menlo"/>
              </a:rPr>
              <a:t>nav</a:t>
            </a:r>
            <a:r>
              <a:rPr lang="en-US" sz="1400" dirty="0">
                <a:solidFill>
                  <a:srgbClr val="B12412"/>
                </a:solidFill>
                <a:latin typeface="Menlo"/>
                <a:ea typeface="Menlo"/>
                <a:cs typeface="Menlo"/>
              </a:rPr>
              <a:t> </a:t>
            </a:r>
            <a:r>
              <a:rPr lang="en-US" sz="1400" dirty="0" err="1">
                <a:solidFill>
                  <a:srgbClr val="B12412"/>
                </a:solidFill>
                <a:latin typeface="Menlo"/>
                <a:ea typeface="Menlo"/>
                <a:cs typeface="Menlo"/>
              </a:rPr>
              <a:t>nav</a:t>
            </a:r>
            <a:r>
              <a:rPr lang="en-US" sz="1400" dirty="0">
                <a:solidFill>
                  <a:srgbClr val="B12412"/>
                </a:solidFill>
                <a:latin typeface="Menlo"/>
                <a:ea typeface="Menlo"/>
                <a:cs typeface="Menlo"/>
              </a:rPr>
              <a:t>-tabs"</a:t>
            </a:r>
            <a:r>
              <a:rPr lang="en-US" sz="1400" dirty="0">
                <a:solidFill>
                  <a:srgbClr val="00A3AF"/>
                </a:solidFill>
                <a:latin typeface="Menlo"/>
                <a:ea typeface="Menlo"/>
                <a:cs typeface="Menlo"/>
              </a:rPr>
              <a:t>&gt;</a:t>
            </a:r>
            <a:endParaRPr lang="en-US" sz="1400" dirty="0">
              <a:solidFill>
                <a:srgbClr val="4C2F2D"/>
              </a:solidFill>
              <a:latin typeface="Menlo"/>
              <a:ea typeface="Menlo"/>
              <a:cs typeface="Menlo"/>
            </a:endParaRPr>
          </a:p>
          <a:p>
            <a:pPr marL="0" indent="0">
              <a:buNone/>
            </a:pPr>
            <a:r>
              <a:rPr lang="en-US" sz="1400" dirty="0">
                <a:solidFill>
                  <a:srgbClr val="4C2F2D"/>
                </a:solidFill>
                <a:latin typeface="Menlo"/>
                <a:ea typeface="Menlo"/>
                <a:cs typeface="Menlo"/>
              </a:rPr>
              <a:t>    </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 </a:t>
            </a:r>
            <a:r>
              <a:rPr lang="en-US" sz="1400" dirty="0">
                <a:solidFill>
                  <a:srgbClr val="00A500"/>
                </a:solidFill>
                <a:latin typeface="Menlo"/>
                <a:ea typeface="Menlo"/>
                <a:cs typeface="Menlo"/>
              </a:rPr>
              <a:t>class</a:t>
            </a:r>
            <a:r>
              <a:rPr lang="en-US" sz="1400" dirty="0">
                <a:solidFill>
                  <a:srgbClr val="00A3AF"/>
                </a:solidFill>
                <a:latin typeface="Menlo"/>
                <a:ea typeface="Menlo"/>
                <a:cs typeface="Menlo"/>
              </a:rPr>
              <a:t>=</a:t>
            </a:r>
            <a:r>
              <a:rPr lang="en-US" sz="1400" dirty="0">
                <a:solidFill>
                  <a:srgbClr val="B12412"/>
                </a:solidFill>
                <a:latin typeface="Menlo"/>
                <a:ea typeface="Menlo"/>
                <a:cs typeface="Menlo"/>
              </a:rPr>
              <a:t>"active"</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 </a:t>
            </a:r>
            <a:r>
              <a:rPr lang="en-US" sz="1400" dirty="0">
                <a:solidFill>
                  <a:srgbClr val="00A500"/>
                </a:solidFill>
                <a:latin typeface="Menlo"/>
                <a:ea typeface="Menlo"/>
                <a:cs typeface="Menlo"/>
              </a:rPr>
              <a:t>data</a:t>
            </a:r>
            <a:r>
              <a:rPr lang="en-US" sz="1400" dirty="0">
                <a:solidFill>
                  <a:srgbClr val="00A3AF"/>
                </a:solidFill>
                <a:latin typeface="Menlo"/>
                <a:ea typeface="Menlo"/>
                <a:cs typeface="Menlo"/>
              </a:rPr>
              <a:t>-toggle=</a:t>
            </a:r>
            <a:r>
              <a:rPr lang="en-US" sz="1400" dirty="0">
                <a:solidFill>
                  <a:srgbClr val="B12412"/>
                </a:solidFill>
                <a:latin typeface="Menlo"/>
                <a:ea typeface="Menlo"/>
                <a:cs typeface="Menlo"/>
              </a:rPr>
              <a:t>"tab"</a:t>
            </a:r>
            <a:r>
              <a:rPr lang="en-US" sz="1400" dirty="0">
                <a:solidFill>
                  <a:srgbClr val="00A3AF"/>
                </a:solidFill>
                <a:latin typeface="Menlo"/>
                <a:ea typeface="Menlo"/>
                <a:cs typeface="Menlo"/>
              </a:rPr>
              <a:t> </a:t>
            </a:r>
            <a:r>
              <a:rPr lang="en-US" sz="1400" dirty="0" err="1">
                <a:solidFill>
                  <a:srgbClr val="00A500"/>
                </a:solidFill>
                <a:latin typeface="Menlo"/>
                <a:ea typeface="Menlo"/>
                <a:cs typeface="Menlo"/>
              </a:rPr>
              <a:t>href</a:t>
            </a:r>
            <a:r>
              <a:rPr lang="en-US" sz="1400" dirty="0">
                <a:solidFill>
                  <a:srgbClr val="00A3AF"/>
                </a:solidFill>
                <a:latin typeface="Menlo"/>
                <a:ea typeface="Menlo"/>
                <a:cs typeface="Menlo"/>
              </a:rPr>
              <a:t>=</a:t>
            </a:r>
            <a:r>
              <a:rPr lang="en-US" sz="1400" dirty="0">
                <a:solidFill>
                  <a:srgbClr val="B12412"/>
                </a:solidFill>
                <a:latin typeface="Menlo"/>
                <a:ea typeface="Menlo"/>
                <a:cs typeface="Menlo"/>
              </a:rPr>
              <a:t>"#1"</a:t>
            </a:r>
            <a:r>
              <a:rPr lang="en-US" sz="1400" dirty="0">
                <a:solidFill>
                  <a:srgbClr val="00A3AF"/>
                </a:solidFill>
                <a:latin typeface="Menlo"/>
                <a:ea typeface="Menlo"/>
                <a:cs typeface="Menlo"/>
              </a:rPr>
              <a:t>&gt;</a:t>
            </a:r>
            <a:r>
              <a:rPr lang="en-US" sz="1400" u="sng" dirty="0">
                <a:solidFill>
                  <a:srgbClr val="C02DC0"/>
                </a:solidFill>
                <a:latin typeface="Menlo"/>
                <a:ea typeface="Menlo"/>
                <a:cs typeface="Menlo"/>
              </a:rPr>
              <a:t>Verse one</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a:t>
            </a:r>
            <a:endParaRPr lang="en-US" sz="1400" dirty="0">
              <a:solidFill>
                <a:srgbClr val="4C2F2D"/>
              </a:solidFill>
              <a:latin typeface="Menlo"/>
              <a:ea typeface="Menlo"/>
              <a:cs typeface="Menlo"/>
            </a:endParaRPr>
          </a:p>
          <a:p>
            <a:pPr marL="0" indent="0">
              <a:buNone/>
            </a:pPr>
            <a:r>
              <a:rPr lang="en-US" sz="1400" dirty="0">
                <a:solidFill>
                  <a:srgbClr val="4C2F2D"/>
                </a:solidFill>
                <a:latin typeface="Menlo"/>
                <a:ea typeface="Menlo"/>
                <a:cs typeface="Menlo"/>
              </a:rPr>
              <a:t>    </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 </a:t>
            </a:r>
            <a:r>
              <a:rPr lang="en-US" sz="1400" dirty="0">
                <a:solidFill>
                  <a:srgbClr val="00A500"/>
                </a:solidFill>
                <a:latin typeface="Menlo"/>
                <a:ea typeface="Menlo"/>
                <a:cs typeface="Menlo"/>
              </a:rPr>
              <a:t>data</a:t>
            </a:r>
            <a:r>
              <a:rPr lang="en-US" sz="1400" dirty="0">
                <a:solidFill>
                  <a:srgbClr val="00A3AF"/>
                </a:solidFill>
                <a:latin typeface="Menlo"/>
                <a:ea typeface="Menlo"/>
                <a:cs typeface="Menlo"/>
              </a:rPr>
              <a:t>-toggle=</a:t>
            </a:r>
            <a:r>
              <a:rPr lang="en-US" sz="1400" dirty="0">
                <a:solidFill>
                  <a:srgbClr val="B12412"/>
                </a:solidFill>
                <a:latin typeface="Menlo"/>
                <a:ea typeface="Menlo"/>
                <a:cs typeface="Menlo"/>
              </a:rPr>
              <a:t>"tab"</a:t>
            </a:r>
            <a:r>
              <a:rPr lang="en-US" sz="1400" dirty="0">
                <a:solidFill>
                  <a:srgbClr val="00A3AF"/>
                </a:solidFill>
                <a:latin typeface="Menlo"/>
                <a:ea typeface="Menlo"/>
                <a:cs typeface="Menlo"/>
              </a:rPr>
              <a:t> </a:t>
            </a:r>
            <a:r>
              <a:rPr lang="en-US" sz="1400" dirty="0" err="1">
                <a:solidFill>
                  <a:srgbClr val="00A500"/>
                </a:solidFill>
                <a:latin typeface="Menlo"/>
                <a:ea typeface="Menlo"/>
                <a:cs typeface="Menlo"/>
              </a:rPr>
              <a:t>href</a:t>
            </a:r>
            <a:r>
              <a:rPr lang="en-US" sz="1400" dirty="0">
                <a:solidFill>
                  <a:srgbClr val="00A3AF"/>
                </a:solidFill>
                <a:latin typeface="Menlo"/>
                <a:ea typeface="Menlo"/>
                <a:cs typeface="Menlo"/>
              </a:rPr>
              <a:t>=</a:t>
            </a:r>
            <a:r>
              <a:rPr lang="en-US" sz="1400" dirty="0">
                <a:solidFill>
                  <a:srgbClr val="B12412"/>
                </a:solidFill>
                <a:latin typeface="Menlo"/>
                <a:ea typeface="Menlo"/>
                <a:cs typeface="Menlo"/>
              </a:rPr>
              <a:t>"#2"</a:t>
            </a:r>
            <a:r>
              <a:rPr lang="en-US" sz="1400" dirty="0">
                <a:solidFill>
                  <a:srgbClr val="00A3AF"/>
                </a:solidFill>
                <a:latin typeface="Menlo"/>
                <a:ea typeface="Menlo"/>
                <a:cs typeface="Menlo"/>
              </a:rPr>
              <a:t>&gt;</a:t>
            </a:r>
            <a:r>
              <a:rPr lang="en-US" sz="1400" u="sng" dirty="0">
                <a:solidFill>
                  <a:srgbClr val="C02DC0"/>
                </a:solidFill>
                <a:latin typeface="Menlo"/>
                <a:ea typeface="Menlo"/>
                <a:cs typeface="Menlo"/>
              </a:rPr>
              <a:t>Verse two</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a:t>
            </a:r>
            <a:endParaRPr lang="en-US" sz="1400" dirty="0">
              <a:solidFill>
                <a:srgbClr val="4C2F2D"/>
              </a:solidFill>
              <a:latin typeface="Menlo"/>
              <a:ea typeface="Menlo"/>
              <a:cs typeface="Menlo"/>
            </a:endParaRPr>
          </a:p>
          <a:p>
            <a:pPr marL="0" indent="0">
              <a:buNone/>
            </a:pPr>
            <a:r>
              <a:rPr lang="en-US" sz="1400" dirty="0">
                <a:solidFill>
                  <a:srgbClr val="4C2F2D"/>
                </a:solidFill>
                <a:latin typeface="Menlo"/>
                <a:ea typeface="Menlo"/>
                <a:cs typeface="Menlo"/>
              </a:rPr>
              <a:t>    </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 </a:t>
            </a:r>
            <a:r>
              <a:rPr lang="en-US" sz="1400" dirty="0">
                <a:solidFill>
                  <a:srgbClr val="00A500"/>
                </a:solidFill>
                <a:latin typeface="Menlo"/>
                <a:ea typeface="Menlo"/>
                <a:cs typeface="Menlo"/>
              </a:rPr>
              <a:t>data</a:t>
            </a:r>
            <a:r>
              <a:rPr lang="en-US" sz="1400" dirty="0">
                <a:solidFill>
                  <a:srgbClr val="00A3AF"/>
                </a:solidFill>
                <a:latin typeface="Menlo"/>
                <a:ea typeface="Menlo"/>
                <a:cs typeface="Menlo"/>
              </a:rPr>
              <a:t>-toggle=</a:t>
            </a:r>
            <a:r>
              <a:rPr lang="en-US" sz="1400" dirty="0">
                <a:solidFill>
                  <a:srgbClr val="B12412"/>
                </a:solidFill>
                <a:latin typeface="Menlo"/>
                <a:ea typeface="Menlo"/>
                <a:cs typeface="Menlo"/>
              </a:rPr>
              <a:t>"tab"</a:t>
            </a:r>
            <a:r>
              <a:rPr lang="en-US" sz="1400" dirty="0">
                <a:solidFill>
                  <a:srgbClr val="00A3AF"/>
                </a:solidFill>
                <a:latin typeface="Menlo"/>
                <a:ea typeface="Menlo"/>
                <a:cs typeface="Menlo"/>
              </a:rPr>
              <a:t> </a:t>
            </a:r>
            <a:r>
              <a:rPr lang="en-US" sz="1400" dirty="0" err="1">
                <a:solidFill>
                  <a:srgbClr val="00A500"/>
                </a:solidFill>
                <a:latin typeface="Menlo"/>
                <a:ea typeface="Menlo"/>
                <a:cs typeface="Menlo"/>
              </a:rPr>
              <a:t>href</a:t>
            </a:r>
            <a:r>
              <a:rPr lang="en-US" sz="1400" dirty="0">
                <a:solidFill>
                  <a:srgbClr val="00A3AF"/>
                </a:solidFill>
                <a:latin typeface="Menlo"/>
                <a:ea typeface="Menlo"/>
                <a:cs typeface="Menlo"/>
              </a:rPr>
              <a:t>=</a:t>
            </a:r>
            <a:r>
              <a:rPr lang="en-US" sz="1400" dirty="0">
                <a:solidFill>
                  <a:srgbClr val="B12412"/>
                </a:solidFill>
                <a:latin typeface="Menlo"/>
                <a:ea typeface="Menlo"/>
                <a:cs typeface="Menlo"/>
              </a:rPr>
              <a:t>"#3"</a:t>
            </a:r>
            <a:r>
              <a:rPr lang="en-US" sz="1400" dirty="0">
                <a:solidFill>
                  <a:srgbClr val="00A3AF"/>
                </a:solidFill>
                <a:latin typeface="Menlo"/>
                <a:ea typeface="Menlo"/>
                <a:cs typeface="Menlo"/>
              </a:rPr>
              <a:t>&gt;</a:t>
            </a:r>
            <a:r>
              <a:rPr lang="en-US" sz="1400" u="sng" dirty="0">
                <a:solidFill>
                  <a:srgbClr val="C02DC0"/>
                </a:solidFill>
                <a:latin typeface="Menlo"/>
                <a:ea typeface="Menlo"/>
                <a:cs typeface="Menlo"/>
              </a:rPr>
              <a:t>Verse three</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a:t>
            </a:r>
            <a:endParaRPr lang="en-US" sz="1400" dirty="0">
              <a:solidFill>
                <a:srgbClr val="4C2F2D"/>
              </a:solidFill>
              <a:latin typeface="Menlo"/>
              <a:ea typeface="Menlo"/>
              <a:cs typeface="Menlo"/>
            </a:endParaRPr>
          </a:p>
          <a:p>
            <a:pPr marL="0" indent="0">
              <a:buNone/>
            </a:pPr>
            <a:r>
              <a:rPr lang="en-US" sz="1400" dirty="0">
                <a:solidFill>
                  <a:srgbClr val="4C2F2D"/>
                </a:solidFill>
                <a:latin typeface="Menlo"/>
                <a:ea typeface="Menlo"/>
                <a:cs typeface="Menlo"/>
              </a:rPr>
              <a:t>    </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 </a:t>
            </a:r>
            <a:r>
              <a:rPr lang="en-US" sz="1400" dirty="0">
                <a:solidFill>
                  <a:srgbClr val="00A500"/>
                </a:solidFill>
                <a:latin typeface="Menlo"/>
                <a:ea typeface="Menlo"/>
                <a:cs typeface="Menlo"/>
              </a:rPr>
              <a:t>data</a:t>
            </a:r>
            <a:r>
              <a:rPr lang="en-US" sz="1400" dirty="0">
                <a:solidFill>
                  <a:srgbClr val="00A3AF"/>
                </a:solidFill>
                <a:latin typeface="Menlo"/>
                <a:ea typeface="Menlo"/>
                <a:cs typeface="Menlo"/>
              </a:rPr>
              <a:t>-toggle=</a:t>
            </a:r>
            <a:r>
              <a:rPr lang="en-US" sz="1400" dirty="0">
                <a:solidFill>
                  <a:srgbClr val="B12412"/>
                </a:solidFill>
                <a:latin typeface="Menlo"/>
                <a:ea typeface="Menlo"/>
                <a:cs typeface="Menlo"/>
              </a:rPr>
              <a:t>"tab"</a:t>
            </a:r>
            <a:r>
              <a:rPr lang="en-US" sz="1400" dirty="0">
                <a:solidFill>
                  <a:srgbClr val="00A3AF"/>
                </a:solidFill>
                <a:latin typeface="Menlo"/>
                <a:ea typeface="Menlo"/>
                <a:cs typeface="Menlo"/>
              </a:rPr>
              <a:t> </a:t>
            </a:r>
            <a:r>
              <a:rPr lang="en-US" sz="1400" dirty="0" err="1">
                <a:solidFill>
                  <a:srgbClr val="00A500"/>
                </a:solidFill>
                <a:latin typeface="Menlo"/>
                <a:ea typeface="Menlo"/>
                <a:cs typeface="Menlo"/>
              </a:rPr>
              <a:t>href</a:t>
            </a:r>
            <a:r>
              <a:rPr lang="en-US" sz="1400" dirty="0">
                <a:solidFill>
                  <a:srgbClr val="00A3AF"/>
                </a:solidFill>
                <a:latin typeface="Menlo"/>
                <a:ea typeface="Menlo"/>
                <a:cs typeface="Menlo"/>
              </a:rPr>
              <a:t>=</a:t>
            </a:r>
            <a:r>
              <a:rPr lang="en-US" sz="1400" dirty="0">
                <a:solidFill>
                  <a:srgbClr val="B12412"/>
                </a:solidFill>
                <a:latin typeface="Menlo"/>
                <a:ea typeface="Menlo"/>
                <a:cs typeface="Menlo"/>
              </a:rPr>
              <a:t>"#4"</a:t>
            </a:r>
            <a:r>
              <a:rPr lang="en-US" sz="1400" dirty="0">
                <a:solidFill>
                  <a:srgbClr val="00A3AF"/>
                </a:solidFill>
                <a:latin typeface="Menlo"/>
                <a:ea typeface="Menlo"/>
                <a:cs typeface="Menlo"/>
              </a:rPr>
              <a:t>&gt;</a:t>
            </a:r>
            <a:r>
              <a:rPr lang="en-US" sz="1400" u="sng" dirty="0">
                <a:solidFill>
                  <a:srgbClr val="C02DC0"/>
                </a:solidFill>
                <a:latin typeface="Menlo"/>
                <a:ea typeface="Menlo"/>
                <a:cs typeface="Menlo"/>
              </a:rPr>
              <a:t>Verse four</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a:t>
            </a:r>
            <a:endParaRPr lang="en-US" sz="1400" dirty="0">
              <a:solidFill>
                <a:srgbClr val="4C2F2D"/>
              </a:solidFill>
              <a:latin typeface="Menlo"/>
              <a:ea typeface="Menlo"/>
              <a:cs typeface="Menlo"/>
            </a:endParaRPr>
          </a:p>
          <a:p>
            <a:pPr marL="0" indent="0">
              <a:buNone/>
            </a:pPr>
            <a:r>
              <a:rPr lang="en-US" sz="1400" dirty="0">
                <a:solidFill>
                  <a:srgbClr val="4C2F2D"/>
                </a:solidFill>
                <a:latin typeface="Menlo"/>
                <a:ea typeface="Menlo"/>
                <a:cs typeface="Menlo"/>
              </a:rPr>
              <a:t>    </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 </a:t>
            </a:r>
            <a:r>
              <a:rPr lang="en-US" sz="1400" dirty="0">
                <a:solidFill>
                  <a:srgbClr val="00A500"/>
                </a:solidFill>
                <a:latin typeface="Menlo"/>
                <a:ea typeface="Menlo"/>
                <a:cs typeface="Menlo"/>
              </a:rPr>
              <a:t>data</a:t>
            </a:r>
            <a:r>
              <a:rPr lang="en-US" sz="1400" dirty="0">
                <a:solidFill>
                  <a:srgbClr val="00A3AF"/>
                </a:solidFill>
                <a:latin typeface="Menlo"/>
                <a:ea typeface="Menlo"/>
                <a:cs typeface="Menlo"/>
              </a:rPr>
              <a:t>-toggle=</a:t>
            </a:r>
            <a:r>
              <a:rPr lang="en-US" sz="1400" dirty="0">
                <a:solidFill>
                  <a:srgbClr val="B12412"/>
                </a:solidFill>
                <a:latin typeface="Menlo"/>
                <a:ea typeface="Menlo"/>
                <a:cs typeface="Menlo"/>
              </a:rPr>
              <a:t>"tab"</a:t>
            </a:r>
            <a:r>
              <a:rPr lang="en-US" sz="1400" dirty="0">
                <a:solidFill>
                  <a:srgbClr val="00A3AF"/>
                </a:solidFill>
                <a:latin typeface="Menlo"/>
                <a:ea typeface="Menlo"/>
                <a:cs typeface="Menlo"/>
              </a:rPr>
              <a:t> </a:t>
            </a:r>
            <a:r>
              <a:rPr lang="en-US" sz="1400" dirty="0" err="1">
                <a:solidFill>
                  <a:srgbClr val="00A500"/>
                </a:solidFill>
                <a:latin typeface="Menlo"/>
                <a:ea typeface="Menlo"/>
                <a:cs typeface="Menlo"/>
              </a:rPr>
              <a:t>href</a:t>
            </a:r>
            <a:r>
              <a:rPr lang="en-US" sz="1400" dirty="0">
                <a:solidFill>
                  <a:srgbClr val="00A3AF"/>
                </a:solidFill>
                <a:latin typeface="Menlo"/>
                <a:ea typeface="Menlo"/>
                <a:cs typeface="Menlo"/>
              </a:rPr>
              <a:t>=</a:t>
            </a:r>
            <a:r>
              <a:rPr lang="en-US" sz="1400" dirty="0">
                <a:solidFill>
                  <a:srgbClr val="B12412"/>
                </a:solidFill>
                <a:latin typeface="Menlo"/>
                <a:ea typeface="Menlo"/>
                <a:cs typeface="Menlo"/>
              </a:rPr>
              <a:t>"#5"</a:t>
            </a:r>
            <a:r>
              <a:rPr lang="en-US" sz="1400" dirty="0">
                <a:solidFill>
                  <a:srgbClr val="00A3AF"/>
                </a:solidFill>
                <a:latin typeface="Menlo"/>
                <a:ea typeface="Menlo"/>
                <a:cs typeface="Menlo"/>
              </a:rPr>
              <a:t>&gt;</a:t>
            </a:r>
            <a:r>
              <a:rPr lang="en-US" sz="1400" u="sng" dirty="0">
                <a:solidFill>
                  <a:srgbClr val="C02DC0"/>
                </a:solidFill>
                <a:latin typeface="Menlo"/>
                <a:ea typeface="Menlo"/>
                <a:cs typeface="Menlo"/>
              </a:rPr>
              <a:t>Verse five</a:t>
            </a:r>
            <a:r>
              <a:rPr lang="en-US" sz="1400" dirty="0">
                <a:solidFill>
                  <a:srgbClr val="00A3AF"/>
                </a:solidFill>
                <a:latin typeface="Menlo"/>
                <a:ea typeface="Menlo"/>
                <a:cs typeface="Menlo"/>
              </a:rPr>
              <a:t>&lt;/</a:t>
            </a:r>
            <a:r>
              <a:rPr lang="en-US" sz="1400" dirty="0">
                <a:solidFill>
                  <a:srgbClr val="B7660A"/>
                </a:solidFill>
                <a:latin typeface="Menlo"/>
                <a:ea typeface="Menlo"/>
                <a:cs typeface="Menlo"/>
              </a:rPr>
              <a:t>a</a:t>
            </a:r>
            <a:r>
              <a:rPr lang="en-US" sz="1400" dirty="0">
                <a:solidFill>
                  <a:srgbClr val="00A3AF"/>
                </a:solidFill>
                <a:latin typeface="Menlo"/>
                <a:ea typeface="Menlo"/>
                <a:cs typeface="Menlo"/>
              </a:rPr>
              <a:t>&gt;&lt;/</a:t>
            </a:r>
            <a:r>
              <a:rPr lang="en-US" sz="1400" dirty="0">
                <a:solidFill>
                  <a:srgbClr val="B7660A"/>
                </a:solidFill>
                <a:latin typeface="Menlo"/>
                <a:ea typeface="Menlo"/>
                <a:cs typeface="Menlo"/>
              </a:rPr>
              <a:t>li</a:t>
            </a:r>
            <a:r>
              <a:rPr lang="en-US" sz="1400" dirty="0">
                <a:solidFill>
                  <a:srgbClr val="00A3AF"/>
                </a:solidFill>
                <a:latin typeface="Menlo"/>
                <a:ea typeface="Menlo"/>
                <a:cs typeface="Menlo"/>
              </a:rPr>
              <a:t>&gt;</a:t>
            </a:r>
            <a:endParaRPr lang="en-US" sz="1400" dirty="0">
              <a:solidFill>
                <a:srgbClr val="4C2F2D"/>
              </a:solidFill>
              <a:latin typeface="Menlo"/>
              <a:ea typeface="Menlo"/>
              <a:cs typeface="Menlo"/>
            </a:endParaRPr>
          </a:p>
          <a:p>
            <a:pPr marL="0" indent="0">
              <a:buNone/>
            </a:pPr>
            <a:r>
              <a:rPr lang="en-US" sz="1400" dirty="0">
                <a:solidFill>
                  <a:srgbClr val="4C2F2D"/>
                </a:solidFill>
                <a:latin typeface="Menlo"/>
                <a:ea typeface="Menlo"/>
                <a:cs typeface="Menlo"/>
              </a:rPr>
              <a:t>  </a:t>
            </a:r>
            <a:r>
              <a:rPr lang="en-US" sz="1400" dirty="0">
                <a:solidFill>
                  <a:srgbClr val="00A3AF"/>
                </a:solidFill>
                <a:latin typeface="Menlo"/>
                <a:ea typeface="Menlo"/>
                <a:cs typeface="Menlo"/>
              </a:rPr>
              <a:t>&lt;/</a:t>
            </a:r>
            <a:r>
              <a:rPr lang="en-US" sz="1400" dirty="0" err="1">
                <a:solidFill>
                  <a:srgbClr val="B7660A"/>
                </a:solidFill>
                <a:latin typeface="Menlo"/>
                <a:ea typeface="Menlo"/>
                <a:cs typeface="Menlo"/>
              </a:rPr>
              <a:t>ul</a:t>
            </a:r>
            <a:r>
              <a:rPr lang="en-US" sz="1400" dirty="0">
                <a:solidFill>
                  <a:srgbClr val="00A3AF"/>
                </a:solidFill>
                <a:latin typeface="Menlo"/>
                <a:ea typeface="Menlo"/>
                <a:cs typeface="Menlo"/>
              </a:rPr>
              <a:t>&gt;</a:t>
            </a:r>
            <a:endParaRPr lang="en-US" sz="1400" dirty="0"/>
          </a:p>
        </p:txBody>
      </p:sp>
      <p:sp>
        <p:nvSpPr>
          <p:cNvPr id="4" name="Date Placeholder 3"/>
          <p:cNvSpPr>
            <a:spLocks noGrp="1"/>
          </p:cNvSpPr>
          <p:nvPr>
            <p:ph type="dt" sz="half" idx="10"/>
          </p:nvPr>
        </p:nvSpPr>
        <p:spPr/>
        <p:txBody>
          <a:bodyPr/>
          <a:lstStyle/>
          <a:p>
            <a:fld id="{6BB63E04-CECB-4845-A75D-5241E212408E}"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27</a:t>
            </a:fld>
            <a:endParaRPr lang="en-US"/>
          </a:p>
        </p:txBody>
      </p:sp>
    </p:spTree>
    <p:extLst>
      <p:ext uri="{BB962C8B-B14F-4D97-AF65-F5344CB8AC3E}">
        <p14:creationId xmlns:p14="http://schemas.microsoft.com/office/powerpoint/2010/main" val="2189942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1200" dirty="0">
                <a:solidFill>
                  <a:srgbClr val="4C2F2D"/>
                </a:solidFill>
                <a:latin typeface="Menlo"/>
                <a:ea typeface="Menlo"/>
                <a:cs typeface="Menlo"/>
              </a:rPr>
              <a:t> </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div</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class</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"tab-content"</a:t>
            </a:r>
            <a:r>
              <a:rPr lang="en-US" sz="1200" dirty="0">
                <a:solidFill>
                  <a:srgbClr val="00A3AF"/>
                </a:solidFill>
                <a:latin typeface="Menlo"/>
                <a:ea typeface="Menlo"/>
                <a:cs typeface="Menlo"/>
              </a:rPr>
              <a:t>&gt;</a:t>
            </a:r>
            <a:endParaRPr lang="en-US" sz="1200" dirty="0">
              <a:solidFill>
                <a:srgbClr val="4C2F2D"/>
              </a:solidFill>
              <a:latin typeface="Menlo"/>
              <a:ea typeface="Menlo"/>
              <a:cs typeface="Menlo"/>
            </a:endParaRPr>
          </a:p>
          <a:p>
            <a:pPr marL="0" indent="0">
              <a:buNone/>
            </a:pPr>
            <a:r>
              <a:rPr lang="en-US" sz="1200" dirty="0">
                <a:solidFill>
                  <a:srgbClr val="4C2F2D"/>
                </a:solidFill>
                <a:latin typeface="Menlo"/>
                <a:ea typeface="Menlo"/>
                <a:cs typeface="Menlo"/>
              </a:rPr>
              <a:t>    </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id</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"1"</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class</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"tab-pane fade in active"</a:t>
            </a:r>
            <a:r>
              <a:rPr lang="en-US" sz="1200" dirty="0">
                <a:solidFill>
                  <a:srgbClr val="00A3AF"/>
                </a:solidFill>
                <a:latin typeface="Menlo"/>
                <a:ea typeface="Menlo"/>
                <a:cs typeface="Menlo"/>
              </a:rPr>
              <a:t>&gt;</a:t>
            </a:r>
            <a:r>
              <a:rPr lang="en-US" sz="1200" dirty="0">
                <a:solidFill>
                  <a:srgbClr val="4C2F2D"/>
                </a:solidFill>
                <a:latin typeface="Menlo"/>
                <a:ea typeface="Menlo"/>
                <a:cs typeface="Menlo"/>
              </a:rPr>
              <a:t>Give me your tired, your poor,</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&gt;</a:t>
            </a:r>
            <a:endParaRPr lang="en-US" sz="1200" dirty="0">
              <a:solidFill>
                <a:srgbClr val="4C2F2D"/>
              </a:solidFill>
              <a:latin typeface="Menlo"/>
              <a:ea typeface="Menlo"/>
              <a:cs typeface="Menlo"/>
            </a:endParaRPr>
          </a:p>
          <a:p>
            <a:pPr marL="0" indent="0">
              <a:buNone/>
            </a:pPr>
            <a:r>
              <a:rPr lang="en-US" sz="1200" dirty="0">
                <a:solidFill>
                  <a:srgbClr val="4C2F2D"/>
                </a:solidFill>
                <a:latin typeface="Menlo"/>
                <a:ea typeface="Menlo"/>
                <a:cs typeface="Menlo"/>
              </a:rPr>
              <a:t>    </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id</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"2"</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class</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"tab-pane fade"</a:t>
            </a:r>
            <a:r>
              <a:rPr lang="en-US" sz="1200" dirty="0">
                <a:solidFill>
                  <a:srgbClr val="00A3AF"/>
                </a:solidFill>
                <a:latin typeface="Menlo"/>
                <a:ea typeface="Menlo"/>
                <a:cs typeface="Menlo"/>
              </a:rPr>
              <a:t>&gt;</a:t>
            </a:r>
            <a:r>
              <a:rPr lang="en-US" sz="1200" dirty="0">
                <a:solidFill>
                  <a:srgbClr val="4C2F2D"/>
                </a:solidFill>
                <a:latin typeface="Menlo"/>
                <a:ea typeface="Menlo"/>
                <a:cs typeface="Menlo"/>
              </a:rPr>
              <a:t>Your huddled masses yearning to breathe free,</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&gt;</a:t>
            </a:r>
            <a:endParaRPr lang="en-US" sz="1200" dirty="0">
              <a:solidFill>
                <a:srgbClr val="4C2F2D"/>
              </a:solidFill>
              <a:latin typeface="Menlo"/>
              <a:ea typeface="Menlo"/>
              <a:cs typeface="Menlo"/>
            </a:endParaRPr>
          </a:p>
          <a:p>
            <a:pPr marL="0" indent="0">
              <a:buNone/>
            </a:pPr>
            <a:r>
              <a:rPr lang="en-US" sz="1200" dirty="0">
                <a:solidFill>
                  <a:srgbClr val="4C2F2D"/>
                </a:solidFill>
                <a:latin typeface="Menlo"/>
                <a:ea typeface="Menlo"/>
                <a:cs typeface="Menlo"/>
              </a:rPr>
              <a:t>    </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id</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"3"</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class</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"tab-pane fade"</a:t>
            </a:r>
            <a:r>
              <a:rPr lang="en-US" sz="1200" dirty="0">
                <a:solidFill>
                  <a:srgbClr val="00A3AF"/>
                </a:solidFill>
                <a:latin typeface="Menlo"/>
                <a:ea typeface="Menlo"/>
                <a:cs typeface="Menlo"/>
              </a:rPr>
              <a:t>&gt;</a:t>
            </a:r>
            <a:r>
              <a:rPr lang="en-US" sz="1200" dirty="0">
                <a:solidFill>
                  <a:srgbClr val="4C2F2D"/>
                </a:solidFill>
                <a:latin typeface="Menlo"/>
                <a:ea typeface="Menlo"/>
                <a:cs typeface="Menlo"/>
              </a:rPr>
              <a:t>The wretched refuse of your teeming shore.</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&gt;</a:t>
            </a:r>
            <a:endParaRPr lang="en-US" sz="1200" dirty="0">
              <a:solidFill>
                <a:srgbClr val="4C2F2D"/>
              </a:solidFill>
              <a:latin typeface="Menlo"/>
              <a:ea typeface="Menlo"/>
              <a:cs typeface="Menlo"/>
            </a:endParaRPr>
          </a:p>
          <a:p>
            <a:pPr marL="0" indent="0">
              <a:buNone/>
            </a:pPr>
            <a:r>
              <a:rPr lang="en-US" sz="1200" dirty="0">
                <a:solidFill>
                  <a:srgbClr val="4C2F2D"/>
                </a:solidFill>
                <a:latin typeface="Menlo"/>
                <a:ea typeface="Menlo"/>
                <a:cs typeface="Menlo"/>
              </a:rPr>
              <a:t>    </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id</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"4"</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class</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"tab-pane fade"</a:t>
            </a:r>
            <a:r>
              <a:rPr lang="en-US" sz="1200" dirty="0">
                <a:solidFill>
                  <a:srgbClr val="00A3AF"/>
                </a:solidFill>
                <a:latin typeface="Menlo"/>
                <a:ea typeface="Menlo"/>
                <a:cs typeface="Menlo"/>
              </a:rPr>
              <a:t>&gt;</a:t>
            </a:r>
            <a:r>
              <a:rPr lang="en-US" sz="1200" dirty="0">
                <a:solidFill>
                  <a:srgbClr val="4C2F2D"/>
                </a:solidFill>
                <a:latin typeface="Menlo"/>
                <a:ea typeface="Menlo"/>
                <a:cs typeface="Menlo"/>
              </a:rPr>
              <a:t>Send these, the homeless, tempest-</a:t>
            </a:r>
            <a:r>
              <a:rPr lang="en-US" sz="1200" dirty="0" err="1">
                <a:solidFill>
                  <a:srgbClr val="4C2F2D"/>
                </a:solidFill>
                <a:latin typeface="Menlo"/>
                <a:ea typeface="Menlo"/>
                <a:cs typeface="Menlo"/>
              </a:rPr>
              <a:t>tost</a:t>
            </a:r>
            <a:r>
              <a:rPr lang="en-US" sz="1200" dirty="0">
                <a:solidFill>
                  <a:srgbClr val="4C2F2D"/>
                </a:solidFill>
                <a:latin typeface="Menlo"/>
                <a:ea typeface="Menlo"/>
                <a:cs typeface="Menlo"/>
              </a:rPr>
              <a:t> to me,</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&gt;</a:t>
            </a:r>
            <a:endParaRPr lang="en-US" sz="1200" dirty="0">
              <a:solidFill>
                <a:srgbClr val="4C2F2D"/>
              </a:solidFill>
              <a:latin typeface="Menlo"/>
              <a:ea typeface="Menlo"/>
              <a:cs typeface="Menlo"/>
            </a:endParaRPr>
          </a:p>
          <a:p>
            <a:pPr marL="0" indent="0">
              <a:buNone/>
            </a:pPr>
            <a:r>
              <a:rPr lang="en-US" sz="1200" dirty="0">
                <a:solidFill>
                  <a:srgbClr val="4C2F2D"/>
                </a:solidFill>
                <a:latin typeface="Menlo"/>
                <a:ea typeface="Menlo"/>
                <a:cs typeface="Menlo"/>
              </a:rPr>
              <a:t>    </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id</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"5"</a:t>
            </a:r>
            <a:r>
              <a:rPr lang="en-US" sz="1200" dirty="0">
                <a:solidFill>
                  <a:srgbClr val="00A3AF"/>
                </a:solidFill>
                <a:latin typeface="Menlo"/>
                <a:ea typeface="Menlo"/>
                <a:cs typeface="Menlo"/>
              </a:rPr>
              <a:t> </a:t>
            </a:r>
            <a:r>
              <a:rPr lang="en-US" sz="1200" dirty="0">
                <a:solidFill>
                  <a:srgbClr val="00A500"/>
                </a:solidFill>
                <a:latin typeface="Menlo"/>
                <a:ea typeface="Menlo"/>
                <a:cs typeface="Menlo"/>
              </a:rPr>
              <a:t>class</a:t>
            </a:r>
            <a:r>
              <a:rPr lang="en-US" sz="1200" dirty="0">
                <a:solidFill>
                  <a:srgbClr val="00A3AF"/>
                </a:solidFill>
                <a:latin typeface="Menlo"/>
                <a:ea typeface="Menlo"/>
                <a:cs typeface="Menlo"/>
              </a:rPr>
              <a:t>=</a:t>
            </a:r>
            <a:r>
              <a:rPr lang="en-US" sz="1200" dirty="0">
                <a:solidFill>
                  <a:srgbClr val="B12412"/>
                </a:solidFill>
                <a:latin typeface="Menlo"/>
                <a:ea typeface="Menlo"/>
                <a:cs typeface="Menlo"/>
              </a:rPr>
              <a:t>"tab-pane fade"</a:t>
            </a:r>
            <a:r>
              <a:rPr lang="en-US" sz="1200" dirty="0">
                <a:solidFill>
                  <a:srgbClr val="00A3AF"/>
                </a:solidFill>
                <a:latin typeface="Menlo"/>
                <a:ea typeface="Menlo"/>
                <a:cs typeface="Menlo"/>
              </a:rPr>
              <a:t>&gt;</a:t>
            </a:r>
            <a:r>
              <a:rPr lang="en-US" sz="1200" dirty="0">
                <a:solidFill>
                  <a:srgbClr val="4C2F2D"/>
                </a:solidFill>
                <a:latin typeface="Menlo"/>
                <a:ea typeface="Menlo"/>
                <a:cs typeface="Menlo"/>
              </a:rPr>
              <a:t>I lift my lamp beside the golden door!</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p</a:t>
            </a:r>
            <a:r>
              <a:rPr lang="en-US" sz="1200" dirty="0">
                <a:solidFill>
                  <a:srgbClr val="00A3AF"/>
                </a:solidFill>
                <a:latin typeface="Menlo"/>
                <a:ea typeface="Menlo"/>
                <a:cs typeface="Menlo"/>
              </a:rPr>
              <a:t>&gt;</a:t>
            </a:r>
            <a:endParaRPr lang="en-US" sz="1200" dirty="0">
              <a:solidFill>
                <a:srgbClr val="4C2F2D"/>
              </a:solidFill>
              <a:latin typeface="Menlo"/>
              <a:ea typeface="Menlo"/>
              <a:cs typeface="Menlo"/>
            </a:endParaRPr>
          </a:p>
          <a:p>
            <a:pPr marL="0" indent="0">
              <a:buNone/>
            </a:pPr>
            <a:r>
              <a:rPr lang="en-US" sz="1200" dirty="0">
                <a:solidFill>
                  <a:srgbClr val="4C2F2D"/>
                </a:solidFill>
                <a:latin typeface="Menlo"/>
                <a:ea typeface="Menlo"/>
                <a:cs typeface="Menlo"/>
              </a:rPr>
              <a:t>  </a:t>
            </a: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div</a:t>
            </a:r>
            <a:r>
              <a:rPr lang="en-US" sz="1200" dirty="0">
                <a:solidFill>
                  <a:srgbClr val="00A3AF"/>
                </a:solidFill>
                <a:latin typeface="Menlo"/>
                <a:ea typeface="Menlo"/>
                <a:cs typeface="Menlo"/>
              </a:rPr>
              <a:t>&gt;</a:t>
            </a:r>
            <a:endParaRPr lang="en-US" sz="1200" dirty="0">
              <a:solidFill>
                <a:srgbClr val="4C2F2D"/>
              </a:solidFill>
              <a:latin typeface="Menlo"/>
              <a:ea typeface="Menlo"/>
              <a:cs typeface="Menlo"/>
            </a:endParaRPr>
          </a:p>
          <a:p>
            <a:pPr marL="0" indent="0">
              <a:buNone/>
            </a:pPr>
            <a:r>
              <a:rPr lang="en-US" sz="1200" dirty="0">
                <a:solidFill>
                  <a:srgbClr val="00A3AF"/>
                </a:solidFill>
                <a:latin typeface="Menlo"/>
                <a:ea typeface="Menlo"/>
                <a:cs typeface="Menlo"/>
              </a:rPr>
              <a:t>&lt;/</a:t>
            </a:r>
            <a:r>
              <a:rPr lang="en-US" sz="1200" dirty="0">
                <a:solidFill>
                  <a:srgbClr val="B7660A"/>
                </a:solidFill>
                <a:latin typeface="Menlo"/>
                <a:ea typeface="Menlo"/>
                <a:cs typeface="Menlo"/>
              </a:rPr>
              <a:t>div</a:t>
            </a:r>
            <a:r>
              <a:rPr lang="en-US" sz="1200" dirty="0">
                <a:solidFill>
                  <a:srgbClr val="00A3AF"/>
                </a:solidFill>
                <a:latin typeface="Menlo"/>
                <a:ea typeface="Menlo"/>
                <a:cs typeface="Menlo"/>
              </a:rPr>
              <a:t>&gt;</a:t>
            </a:r>
            <a:endParaRPr lang="en-US" sz="1200" dirty="0"/>
          </a:p>
        </p:txBody>
      </p:sp>
      <p:sp>
        <p:nvSpPr>
          <p:cNvPr id="4" name="Date Placeholder 3"/>
          <p:cNvSpPr>
            <a:spLocks noGrp="1"/>
          </p:cNvSpPr>
          <p:nvPr>
            <p:ph type="dt" sz="half" idx="10"/>
          </p:nvPr>
        </p:nvSpPr>
        <p:spPr/>
        <p:txBody>
          <a:bodyPr/>
          <a:lstStyle/>
          <a:p>
            <a:fld id="{79D4E07B-2D60-FD4F-8307-484D5428F302}"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28</a:t>
            </a:fld>
            <a:endParaRPr lang="en-US"/>
          </a:p>
        </p:txBody>
      </p:sp>
    </p:spTree>
    <p:extLst>
      <p:ext uri="{BB962C8B-B14F-4D97-AF65-F5344CB8AC3E}">
        <p14:creationId xmlns:p14="http://schemas.microsoft.com/office/powerpoint/2010/main" val="12304781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Forms</a:t>
            </a:r>
          </a:p>
        </p:txBody>
      </p:sp>
      <p:sp>
        <p:nvSpPr>
          <p:cNvPr id="3" name="Content Placeholder 2"/>
          <p:cNvSpPr>
            <a:spLocks noGrp="1"/>
          </p:cNvSpPr>
          <p:nvPr>
            <p:ph idx="1"/>
          </p:nvPr>
        </p:nvSpPr>
        <p:spPr/>
        <p:txBody>
          <a:bodyPr/>
          <a:lstStyle/>
          <a:p>
            <a:r>
              <a:rPr lang="en-US" dirty="0"/>
              <a:t>All the usual</a:t>
            </a:r>
          </a:p>
        </p:txBody>
      </p:sp>
      <p:sp>
        <p:nvSpPr>
          <p:cNvPr id="4" name="Date Placeholder 3"/>
          <p:cNvSpPr>
            <a:spLocks noGrp="1"/>
          </p:cNvSpPr>
          <p:nvPr>
            <p:ph type="dt" sz="half" idx="10"/>
          </p:nvPr>
        </p:nvSpPr>
        <p:spPr/>
        <p:txBody>
          <a:bodyPr/>
          <a:lstStyle/>
          <a:p>
            <a:fld id="{94B17AC8-DFD3-974E-B780-303D69DD213B}"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29</a:t>
            </a:fld>
            <a:endParaRPr lang="en-US"/>
          </a:p>
        </p:txBody>
      </p:sp>
    </p:spTree>
    <p:extLst>
      <p:ext uri="{BB962C8B-B14F-4D97-AF65-F5344CB8AC3E}">
        <p14:creationId xmlns:p14="http://schemas.microsoft.com/office/powerpoint/2010/main" val="277007566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Miscellaneous</a:t>
            </a:r>
          </a:p>
        </p:txBody>
      </p:sp>
      <p:sp>
        <p:nvSpPr>
          <p:cNvPr id="3" name="Content Placeholder 2"/>
          <p:cNvSpPr>
            <a:spLocks noGrp="1"/>
          </p:cNvSpPr>
          <p:nvPr>
            <p:ph idx="1"/>
          </p:nvPr>
        </p:nvSpPr>
        <p:spPr/>
        <p:txBody>
          <a:bodyPr/>
          <a:lstStyle/>
          <a:p>
            <a:r>
              <a:rPr lang="en-US" dirty="0"/>
              <a:t>Carousel</a:t>
            </a:r>
          </a:p>
          <a:p>
            <a:r>
              <a:rPr lang="en-US" dirty="0"/>
              <a:t>Scroll spy</a:t>
            </a:r>
          </a:p>
        </p:txBody>
      </p:sp>
      <p:sp>
        <p:nvSpPr>
          <p:cNvPr id="4" name="Date Placeholder 3"/>
          <p:cNvSpPr>
            <a:spLocks noGrp="1"/>
          </p:cNvSpPr>
          <p:nvPr>
            <p:ph type="dt" sz="half" idx="10"/>
          </p:nvPr>
        </p:nvSpPr>
        <p:spPr/>
        <p:txBody>
          <a:bodyPr/>
          <a:lstStyle/>
          <a:p>
            <a:fld id="{DEDD9FEC-FE88-8D4A-B15A-618C65C4247D}" type="datetime1">
              <a:rPr lang="en-US" smtClean="0"/>
              <a:t>10/28/20</a:t>
            </a:fld>
            <a:endParaRPr lang="en-US"/>
          </a:p>
        </p:txBody>
      </p:sp>
      <p:sp>
        <p:nvSpPr>
          <p:cNvPr id="5" name="Footer Placeholder 4"/>
          <p:cNvSpPr>
            <a:spLocks noGrp="1"/>
          </p:cNvSpPr>
          <p:nvPr>
            <p:ph type="ftr" sz="quarter" idx="11"/>
          </p:nvPr>
        </p:nvSpPr>
        <p:spPr/>
        <p:txBody>
          <a:bodyPr/>
          <a:lstStyle/>
          <a:p>
            <a:r>
              <a:rPr lang="en-US"/>
              <a:t>© Steve Beaty and others</a:t>
            </a:r>
          </a:p>
        </p:txBody>
      </p:sp>
      <p:sp>
        <p:nvSpPr>
          <p:cNvPr id="6" name="Slide Number Placeholder 5"/>
          <p:cNvSpPr>
            <a:spLocks noGrp="1"/>
          </p:cNvSpPr>
          <p:nvPr>
            <p:ph type="sldNum" sz="quarter" idx="12"/>
          </p:nvPr>
        </p:nvSpPr>
        <p:spPr/>
        <p:txBody>
          <a:bodyPr/>
          <a:lstStyle/>
          <a:p>
            <a:fld id="{CC27378F-8C43-E742-85C1-5A5C7A921209}" type="slidenum">
              <a:rPr lang="en-US" smtClean="0"/>
              <a:t>30</a:t>
            </a:fld>
            <a:endParaRPr lang="en-US"/>
          </a:p>
        </p:txBody>
      </p:sp>
    </p:spTree>
    <p:extLst>
      <p:ext uri="{BB962C8B-B14F-4D97-AF65-F5344CB8AC3E}">
        <p14:creationId xmlns:p14="http://schemas.microsoft.com/office/powerpoint/2010/main" val="147251796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MSU Denver 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07DebugValidationCSS" id="{1626C9F5-6FC9-4C4C-BA5C-5BE2F2446A37}" vid="{DA6C36FB-7225-4249-91AD-19FF2DDDC07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MSU Denver 16x9</Template>
  <TotalTime>2569</TotalTime>
  <Words>1568</Words>
  <Application>Microsoft Macintosh PowerPoint</Application>
  <PresentationFormat>On-screen Show (16:9)</PresentationFormat>
  <Paragraphs>254</Paragraphs>
  <Slides>30</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Menlo</vt:lpstr>
      <vt:lpstr>MSU Denver 16x9</vt:lpstr>
      <vt:lpstr>Bootstrap</vt:lpstr>
      <vt:lpstr>History</vt:lpstr>
      <vt:lpstr>History</vt:lpstr>
      <vt:lpstr>Responsive</vt:lpstr>
      <vt:lpstr>Responsive</vt:lpstr>
      <vt:lpstr>Less is More</vt:lpstr>
      <vt:lpstr>Less is More</vt:lpstr>
      <vt:lpstr>Stats</vt:lpstr>
      <vt:lpstr>Responsive</vt:lpstr>
      <vt:lpstr>PowerPoint Presentation</vt:lpstr>
      <vt:lpstr>PowerPoint Presentation</vt:lpstr>
      <vt:lpstr>PowerPoint Presentation</vt:lpstr>
      <vt:lpstr>PowerPoint Presentation</vt:lpstr>
      <vt:lpstr>Twelve-column Grid</vt:lpstr>
      <vt:lpstr>Sizes</vt:lpstr>
      <vt:lpstr>Colors</vt:lpstr>
      <vt:lpstr>Styles</vt:lpstr>
      <vt:lpstr>Button Group</vt:lpstr>
      <vt:lpstr>Button Groups</vt:lpstr>
      <vt:lpstr>Button, Drop Down, Caret</vt:lpstr>
      <vt:lpstr>Visual Elements</vt:lpstr>
      <vt:lpstr>Pagination</vt:lpstr>
      <vt:lpstr>More Navigation</vt:lpstr>
      <vt:lpstr>Collapsible</vt:lpstr>
      <vt:lpstr>Collapsible</vt:lpstr>
      <vt:lpstr>Menu</vt:lpstr>
      <vt:lpstr>Tab Bar</vt:lpstr>
      <vt:lpstr>PowerPoint Presentation</vt:lpstr>
      <vt:lpstr>Forms</vt:lpstr>
      <vt:lpstr>Miscellaneous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Bootstrap</dc:title>
  <dc:creator>Steve Beaty</dc:creator>
  <cp:lastModifiedBy>Steve Beaty</cp:lastModifiedBy>
  <cp:revision>24</cp:revision>
  <dcterms:created xsi:type="dcterms:W3CDTF">2016-04-06T02:13:59Z</dcterms:created>
  <dcterms:modified xsi:type="dcterms:W3CDTF">2020-10-29T16:04:07Z</dcterms:modified>
</cp:coreProperties>
</file>