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73" r:id="rId9"/>
    <p:sldId id="272" r:id="rId10"/>
    <p:sldId id="263" r:id="rId11"/>
    <p:sldId id="264" r:id="rId12"/>
    <p:sldId id="265" r:id="rId13"/>
    <p:sldId id="266" r:id="rId14"/>
    <p:sldId id="274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8"/>
    <p:restoredTop sz="96327"/>
  </p:normalViewPr>
  <p:slideViewPr>
    <p:cSldViewPr snapToGrid="0">
      <p:cViewPr varScale="1">
        <p:scale>
          <a:sx n="90" d="100"/>
          <a:sy n="90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4A833-662A-7D41-8812-DCE6353E1CC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DC4E5-B088-2B49-84C5-4D4A0236E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1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Pieter Brueghel the Elder - </a:t>
            </a:r>
            <a:r>
              <a:rPr lang="en-US" dirty="0" err="1"/>
              <a:t>bAGKOdJfvfAhYQ</a:t>
            </a:r>
            <a:r>
              <a:rPr lang="en-US" dirty="0"/>
              <a:t> at Google Arts &amp;amp; Culture, Public Domain, https://</a:t>
            </a:r>
            <a:r>
              <a:rPr lang="en-US" dirty="0" err="1"/>
              <a:t>commons.wikimedia.org</a:t>
            </a:r>
            <a:r>
              <a:rPr lang="en-US" dirty="0"/>
              <a:t>/w/</a:t>
            </a:r>
            <a:r>
              <a:rPr lang="en-US" dirty="0" err="1"/>
              <a:t>index.php?curid</a:t>
            </a:r>
            <a:r>
              <a:rPr lang="en-US" dirty="0"/>
              <a:t>=22178101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45204-0A54-6242-A70B-915984142C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7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hitchhikers.fandom.com</a:t>
            </a:r>
            <a:r>
              <a:rPr lang="en-US" dirty="0"/>
              <a:t>/wiki/</a:t>
            </a:r>
            <a:r>
              <a:rPr lang="en-US" dirty="0" err="1"/>
              <a:t>Babel_Fish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45204-0A54-6242-A70B-915984142C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2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6E215B-1766-5A42-B585-EB58B3262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2"/>
            <a:ext cx="12192000" cy="6843776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1058938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6" y="2983610"/>
            <a:ext cx="7609479" cy="1009561"/>
          </a:xfrm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77AC9-6B80-2E4C-98C1-F5EAA6244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736" y="5000600"/>
            <a:ext cx="7481928" cy="18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6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0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8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7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97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6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3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8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10DD-1359-965C-3D98-931AD8EB5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B10F9-06DC-70B3-2F87-88BBD9F73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316AA-1B05-FF5E-809E-032BBCA9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0069B-C303-E93E-C6AC-D3EADEBE3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CE43F-A765-D937-07B0-6F2D13E5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5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BAFF2B-B93B-4548-9062-8B819CFC4E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701" y="6175248"/>
            <a:ext cx="8866299" cy="68275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F4EF1-F5D5-1841-B86F-5E6A830C44FA}" type="datetimeFigureOut">
              <a:rPr lang="en-US" smtClean="0"/>
              <a:t>11/29/23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31200" y="6313297"/>
            <a:ext cx="4402263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2624" y="6308727"/>
            <a:ext cx="879777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0C5AA-9E10-974C-B11D-3AEA3674AB7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2909B9-1145-F845-A930-8E33F2A03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461" y="6176447"/>
            <a:ext cx="2682240" cy="66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8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txStyles>
    <p:titleStyle>
      <a:lvl1pPr algn="ctr" defTabSz="6095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609570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609570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60957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609570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609570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039615-E07B-850C-FBD7-E4F23D6C7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058938"/>
            <a:ext cx="10363200" cy="1470025"/>
          </a:xfrm>
        </p:spPr>
        <p:txBody>
          <a:bodyPr/>
          <a:lstStyle/>
          <a:p>
            <a:r>
              <a:rPr lang="en-US" dirty="0"/>
              <a:t>React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44E5B64-1EA5-2148-4F81-B8BE07654A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81186" y="2983610"/>
            <a:ext cx="7609479" cy="100956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5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AF1A-132D-E08C-6B9D-5C29BE1F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996D-4763-D0F8-A324-BF6BDE43F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apps are made out of components</a:t>
            </a:r>
          </a:p>
          <a:p>
            <a:r>
              <a:rPr lang="en-US" dirty="0"/>
              <a:t>A component is a piece of the UI (user interface) that has its own logic and appearance</a:t>
            </a:r>
          </a:p>
          <a:p>
            <a:r>
              <a:rPr lang="en-US" dirty="0"/>
              <a:t>A component can be as small as a button, or as large as an entire page</a:t>
            </a:r>
          </a:p>
        </p:txBody>
      </p:sp>
    </p:spTree>
    <p:extLst>
      <p:ext uri="{BB962C8B-B14F-4D97-AF65-F5344CB8AC3E}">
        <p14:creationId xmlns:p14="http://schemas.microsoft.com/office/powerpoint/2010/main" val="296904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17DA-F5B2-4B16-06E1-16905BB2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2E33-0F73-D98E-2078-C5D369FF9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React components are JavaScript functions that return markup</a:t>
            </a:r>
          </a:p>
          <a:p>
            <a:r>
              <a:rPr lang="en-US" dirty="0"/>
              <a:t>React component names must always start with a capital letter, while HTML tags must be lowercase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</a:t>
            </a:r>
            <a:r>
              <a:rPr lang="en-US" dirty="0"/>
              <a:t> keywords specify the main component in a file</a:t>
            </a:r>
          </a:p>
        </p:txBody>
      </p:sp>
    </p:spTree>
    <p:extLst>
      <p:ext uri="{BB962C8B-B14F-4D97-AF65-F5344CB8AC3E}">
        <p14:creationId xmlns:p14="http://schemas.microsoft.com/office/powerpoint/2010/main" val="196599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A22E1A-DF46-794F-CFEE-910022E60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789D-590A-BCB8-FF52-D2EA84A1A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MyButton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&lt;button&gt;I</a:t>
            </a:r>
            <a:r>
              <a:rPr lang="en-US" dirty="0">
                <a:solidFill>
                  <a:srgbClr val="9F1410"/>
                </a:solidFill>
                <a:effectLst/>
                <a:latin typeface="Courier" panose="02070309020205020404" pitchFamily="49" charset="0"/>
              </a:rPr>
              <a:t>'m a button&lt;/button&gt;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);</a:t>
            </a:r>
          </a:p>
          <a:p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13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E90D-8BF8-2F96-91A8-91FAAC87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73ED1-CB53-9542-AA5E-C6593F108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export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default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MyApp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&lt;div&gt;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  &lt;h1&gt;Welcome to my app&lt;/h1&gt;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  &lt;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MyButton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/&gt;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&lt;/div&gt;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);</a:t>
            </a:r>
          </a:p>
          <a:p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48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86B1-51D5-DDBC-C03B-4CEF26DA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DE4A-A4D6-A601-0625-47705838C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JSX is stricter than HTML</a:t>
            </a:r>
          </a:p>
          <a:p>
            <a:r>
              <a:rPr lang="en-US"/>
              <a:t>You must close </a:t>
            </a:r>
            <a:r>
              <a:rPr lang="en-US" dirty="0"/>
              <a:t>tags 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r>
              <a:rPr lang="en-US" dirty="0"/>
              <a:t>Your component also can’t return multiple JSX tags</a:t>
            </a:r>
          </a:p>
          <a:p>
            <a:pPr lvl="1"/>
            <a:r>
              <a:rPr lang="en-US" dirty="0"/>
              <a:t>You must o wrap them into a shared parent, like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&lt;div&gt;...&lt;/div&gt;</a:t>
            </a:r>
            <a:r>
              <a:rPr lang="en-US" dirty="0"/>
              <a:t> or an empty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&lt;&gt;...&lt;/&gt;</a:t>
            </a:r>
            <a:r>
              <a:rPr lang="en-US" dirty="0"/>
              <a:t> wrapper</a:t>
            </a:r>
          </a:p>
        </p:txBody>
      </p:sp>
    </p:spTree>
    <p:extLst>
      <p:ext uri="{BB962C8B-B14F-4D97-AF65-F5344CB8AC3E}">
        <p14:creationId xmlns:p14="http://schemas.microsoft.com/office/powerpoint/2010/main" val="149652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124F0E-1788-E629-C682-B34BB9EA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3D24-6B3B-B74C-96F0-B5D9EF6D6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AboutPage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  &lt;h1&gt;About&lt;/h1&gt;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  &lt;p&gt;Hello there.&lt;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br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/&gt;How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do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you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do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?&lt;/p&gt;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&lt;/&gt;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);</a:t>
            </a:r>
          </a:p>
          <a:p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6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B42A-60FB-5F47-A8D0-660B5719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Babel</a:t>
            </a:r>
          </a:p>
        </p:txBody>
      </p:sp>
      <p:pic>
        <p:nvPicPr>
          <p:cNvPr id="7" name="Content Placeholder 6" descr="A painting of a castle&#10;&#10;Description automatically generated with low confidence">
            <a:extLst>
              <a:ext uri="{FF2B5EF4-FFF2-40B4-BE49-F238E27FC236}">
                <a16:creationId xmlns:a16="http://schemas.microsoft.com/office/drawing/2014/main" id="{2C2860B1-50E5-D44C-9924-127050110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05646" y="1600201"/>
            <a:ext cx="6180708" cy="4525433"/>
          </a:xfrm>
        </p:spPr>
      </p:pic>
    </p:spTree>
    <p:extLst>
      <p:ext uri="{BB962C8B-B14F-4D97-AF65-F5344CB8AC3E}">
        <p14:creationId xmlns:p14="http://schemas.microsoft.com/office/powerpoint/2010/main" val="41600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7958-D4D0-374F-A71D-FA0F19E7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7EACD-9C21-0B49-BD3B-8FBC1BB38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abel Fish | Hitchhikers | Fandom">
            <a:extLst>
              <a:ext uri="{FF2B5EF4-FFF2-40B4-BE49-F238E27FC236}">
                <a16:creationId xmlns:a16="http://schemas.microsoft.com/office/drawing/2014/main" id="{3D6F427C-405B-7C43-A8EA-44D3F8FFE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658" y="272143"/>
            <a:ext cx="7808687" cy="585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87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473C-B489-C3A5-080B-1BC3174C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57F9-9857-9466-1CBD-AEB5DCC10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&lt;h1&gt;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user.name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&lt;/h1&gt;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12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5B83-119D-D55E-7731-429B37C3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A27E-2FFD-12E4-7A06-A5CBB864E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const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listItems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=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products.map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(product =&gt;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&lt;li key=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product.id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product.title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&lt;/li&gt;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);</a:t>
            </a:r>
            <a:b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</a:b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&lt;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ul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&gt;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listItems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&lt;/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ul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55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95A2-9BA7-47C9-3424-BCD26EE2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D8CCC-E4AF-D0AD-F302-B388CF537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MyButton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handleClick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alert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</a:t>
            </a:r>
            <a:r>
              <a:rPr lang="en-US" dirty="0">
                <a:solidFill>
                  <a:srgbClr val="9F1410"/>
                </a:solidFill>
                <a:effectLst/>
                <a:latin typeface="Courier" panose="02070309020205020404" pitchFamily="49" charset="0"/>
              </a:rPr>
              <a:t>'You clicked me!'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);</a:t>
            </a:r>
            <a:endParaRPr lang="en-US" dirty="0">
              <a:solidFill>
                <a:srgbClr val="9F1410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&lt;button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onClick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=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handleClick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  Click me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&lt;/button&gt;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);</a:t>
            </a:r>
          </a:p>
          <a:p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55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65BE-CA11-8C7C-CE8B-1BB944F1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useState</a:t>
            </a:r>
            <a:r>
              <a:rPr lang="en-US" dirty="0"/>
              <a:t>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EF43-DE20-3CEE-6C8D-8CCC45D4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MyButton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const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[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count,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setCount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]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=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useState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</a:t>
            </a:r>
            <a:r>
              <a:rPr lang="en-US" dirty="0">
                <a:solidFill>
                  <a:srgbClr val="9F1410"/>
                </a:solidFill>
                <a:effectLst/>
                <a:latin typeface="Courier" panose="02070309020205020404" pitchFamily="49" charset="0"/>
              </a:rPr>
              <a:t>0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);</a:t>
            </a:r>
            <a:b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</a:b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function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handleClick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()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setCount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(count + </a:t>
            </a:r>
            <a:r>
              <a:rPr lang="en-US" dirty="0">
                <a:solidFill>
                  <a:srgbClr val="9F1410"/>
                </a:solidFill>
                <a:effectLst/>
                <a:latin typeface="Courier" panose="02070309020205020404" pitchFamily="49" charset="0"/>
              </a:rPr>
              <a:t>1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);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endParaRPr lang="en-US" dirty="0">
              <a:solidFill>
                <a:srgbClr val="3B2322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</a:t>
            </a:r>
            <a:r>
              <a:rPr lang="en-US" dirty="0">
                <a:solidFill>
                  <a:srgbClr val="A6520C"/>
                </a:solidFill>
                <a:effectLst/>
                <a:latin typeface="Courier" panose="02070309020205020404" pitchFamily="49" charset="0"/>
              </a:rPr>
              <a:t>return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(</a:t>
            </a:r>
            <a:endParaRPr lang="en-US" dirty="0">
              <a:solidFill>
                <a:srgbClr val="A6520C"/>
              </a:solidFill>
              <a:effectLst/>
              <a:latin typeface="Courier" panose="020703090202050204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&lt;button 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onClick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=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 err="1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handleClick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  Clicked 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{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count</a:t>
            </a:r>
            <a:r>
              <a:rPr lang="en-US" dirty="0">
                <a:solidFill>
                  <a:srgbClr val="13939F"/>
                </a:solidFill>
                <a:effectLst/>
                <a:latin typeface="Courier" panose="02070309020205020404" pitchFamily="49" charset="0"/>
              </a:rPr>
              <a:t>}</a:t>
            </a:r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 times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  &lt;/button&gt;</a:t>
            </a:r>
          </a:p>
          <a:p>
            <a:r>
              <a:rPr lang="en-US" dirty="0">
                <a:solidFill>
                  <a:srgbClr val="3B2322"/>
                </a:solidFill>
                <a:effectLst/>
                <a:latin typeface="Courier" panose="02070309020205020404" pitchFamily="49" charset="0"/>
              </a:rPr>
              <a:t>  );</a:t>
            </a:r>
          </a:p>
          <a:p>
            <a:r>
              <a:rPr lang="en-US" dirty="0">
                <a:solidFill>
                  <a:srgbClr val="1396A3"/>
                </a:solidFill>
                <a:effectLst/>
                <a:latin typeface="Courier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23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2968E7-AC91-0ABA-E372-F88423DC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State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99E7D6-3DF8-CAC2-6173-A1BA0DDD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 changes re-render the virtual DOM and possibly the actual DOM</a:t>
            </a:r>
          </a:p>
          <a:p>
            <a:r>
              <a:rPr lang="en-US" dirty="0"/>
              <a:t>Local variables don’t persist between renders</a:t>
            </a:r>
          </a:p>
          <a:p>
            <a:r>
              <a:rPr lang="en-US" dirty="0"/>
              <a:t>Changes to local variables won’t trigger renders</a:t>
            </a:r>
          </a:p>
        </p:txBody>
      </p:sp>
    </p:spTree>
    <p:extLst>
      <p:ext uri="{BB962C8B-B14F-4D97-AF65-F5344CB8AC3E}">
        <p14:creationId xmlns:p14="http://schemas.microsoft.com/office/powerpoint/2010/main" val="198265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15D8-2D84-9E7B-0CDB-F4F0011C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DA4F-DC79-B9C7-F8BE-41B0C0357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is isolated and private</a:t>
            </a:r>
          </a:p>
          <a:p>
            <a:pPr lvl="1"/>
            <a:r>
              <a:rPr lang="en-US" dirty="0"/>
              <a:t>Each component has their own copy</a:t>
            </a:r>
          </a:p>
        </p:txBody>
      </p:sp>
    </p:spTree>
    <p:extLst>
      <p:ext uri="{BB962C8B-B14F-4D97-AF65-F5344CB8AC3E}">
        <p14:creationId xmlns:p14="http://schemas.microsoft.com/office/powerpoint/2010/main" val="85158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7DebugValidationCSS" id="{1626C9F5-6FC9-4C4C-BA5C-5BE2F2446A37}" vid="{DA6C36FB-7225-4249-91AD-19FF2DDDC0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React</Template>
  <TotalTime>1973</TotalTime>
  <Words>468</Words>
  <Application>Microsoft Macintosh PowerPoint</Application>
  <PresentationFormat>Widescreen</PresentationFormat>
  <Paragraphs>89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</vt:lpstr>
      <vt:lpstr>Courier New</vt:lpstr>
      <vt:lpstr>Menlo</vt:lpstr>
      <vt:lpstr>MSU Denver 16x9</vt:lpstr>
      <vt:lpstr>React</vt:lpstr>
      <vt:lpstr>Components</vt:lpstr>
      <vt:lpstr>Components</vt:lpstr>
      <vt:lpstr>Simple JSX</vt:lpstr>
      <vt:lpstr>Nesting</vt:lpstr>
      <vt:lpstr>JavaScript XML</vt:lpstr>
      <vt:lpstr>Wrapping</vt:lpstr>
      <vt:lpstr>Babel</vt:lpstr>
      <vt:lpstr>PowerPoint Presentation</vt:lpstr>
      <vt:lpstr>Displaying Data</vt:lpstr>
      <vt:lpstr>Lists</vt:lpstr>
      <vt:lpstr>Events</vt:lpstr>
      <vt:lpstr>useState Hook</vt:lpstr>
      <vt:lpstr>Changing State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</dc:title>
  <dc:creator>Steve Beaty</dc:creator>
  <cp:lastModifiedBy>Steven J Beaty</cp:lastModifiedBy>
  <cp:revision>5</cp:revision>
  <dcterms:created xsi:type="dcterms:W3CDTF">2023-11-29T15:32:02Z</dcterms:created>
  <dcterms:modified xsi:type="dcterms:W3CDTF">2023-12-01T00:26:24Z</dcterms:modified>
</cp:coreProperties>
</file>