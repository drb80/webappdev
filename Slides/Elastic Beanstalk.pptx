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6" r:id="rId3"/>
    <p:sldId id="265" r:id="rId4"/>
    <p:sldId id="257" r:id="rId5"/>
    <p:sldId id="259" r:id="rId6"/>
    <p:sldId id="260" r:id="rId7"/>
    <p:sldId id="262" r:id="rId8"/>
    <p:sldId id="258" r:id="rId9"/>
    <p:sldId id="261" r:id="rId10"/>
    <p:sldId id="264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38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6" y="2983610"/>
            <a:ext cx="7609479" cy="1009561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161410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FD3C3453-6596-1340-01B9-8877C1567E49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43000" cy="45720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4-Dec-25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494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9887BBEB-32D5-2D50-07CA-3F51A75FA0E8}"/>
              </a:ext>
            </a:extLst>
          </p:cNvPr>
          <p:cNvSpPr txBox="1">
            <a:spLocks/>
          </p:cNvSpPr>
          <p:nvPr/>
        </p:nvSpPr>
        <p:spPr>
          <a:xfrm>
            <a:off x="609600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4-Dec-25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98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7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7DDEEDF1-8A77-85F3-9C93-920E453307BB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4-Dec-25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467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BC7257D9-CFE4-6187-731B-973A817958BF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4-Dec-25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346DE585-182D-C90D-7BFC-E67326368F83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4-Dec-25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6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2">
            <a:extLst>
              <a:ext uri="{FF2B5EF4-FFF2-40B4-BE49-F238E27FC236}">
                <a16:creationId xmlns:a16="http://schemas.microsoft.com/office/drawing/2014/main" id="{ED4BD15D-B8F3-E5F7-61A8-F1581CE5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1D6FFD96-0DFC-2941-B520-D15EC4A7F8EC}" type="datetimeFigureOut">
              <a:rPr lang="en-US" smtClean="0"/>
              <a:t>12/4/25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57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5141" y="6308726"/>
            <a:ext cx="1143000" cy="457200"/>
          </a:xfrm>
          <a:prstGeom prst="rect">
            <a:avLst/>
          </a:prstGeom>
        </p:spPr>
        <p:txBody>
          <a:bodyPr/>
          <a:lstStyle/>
          <a:p>
            <a:fld id="{1D6FFD96-0DFC-2941-B520-D15EC4A7F8EC}" type="datetimeFigureOut">
              <a:rPr lang="en-US" smtClean="0"/>
              <a:t>12/4/25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37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r>
              <a:rPr lang="en-US"/>
              <a:t>Click icon to add picture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0597491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d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30305"/>
            <a:ext cx="10972800" cy="5695859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5141" y="6308726"/>
            <a:ext cx="1143000" cy="457200"/>
          </a:xfrm>
          <a:prstGeom prst="rect">
            <a:avLst/>
          </a:prstGeom>
        </p:spPr>
        <p:txBody>
          <a:bodyPr/>
          <a:lstStyle/>
          <a:p>
            <a:fld id="{1D6FFD96-0DFC-2941-B520-D15EC4A7F8EC}" type="datetimeFigureOut">
              <a:rPr lang="en-US" smtClean="0"/>
              <a:t>12/4/25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266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B200F-E181-9BE7-0A56-0AF4178D8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2A90D-3900-2EBC-365E-D9DC8D934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6A444-060D-271A-9C9B-65987F53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FFD96-0DFC-2941-B520-D15EC4A7F8EC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BF711-C029-D555-64CD-0ADF50A16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748ED-0D16-1333-3227-B7AE1C6CD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23E6A-A171-9B44-BD29-F9ACD0B75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71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16423"/>
            <a:ext cx="10972800" cy="4525963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CA96718C-B494-BEC7-F28C-214E07D9C762}"/>
              </a:ext>
            </a:extLst>
          </p:cNvPr>
          <p:cNvSpPr txBox="1">
            <a:spLocks/>
          </p:cNvSpPr>
          <p:nvPr/>
        </p:nvSpPr>
        <p:spPr>
          <a:xfrm>
            <a:off x="1953927" y="6308726"/>
            <a:ext cx="8275320" cy="4572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6095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© Steve Beaty and others as cited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DF815EA-2632-FDB2-A417-B3EECA7BB8DF}"/>
              </a:ext>
            </a:extLst>
          </p:cNvPr>
          <p:cNvSpPr txBox="1">
            <a:spLocks/>
          </p:cNvSpPr>
          <p:nvPr/>
        </p:nvSpPr>
        <p:spPr>
          <a:xfrm>
            <a:off x="10411285" y="6309360"/>
            <a:ext cx="1143000" cy="45720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 w="0" h="0"/>
          </a:sp3d>
        </p:spPr>
        <p:txBody>
          <a:bodyPr anchor="ctr"/>
          <a:lstStyle>
            <a:lvl1pPr marL="457177" indent="-457177" algn="ctr" defTabSz="609570" rtl="0" eaLnBrk="1" latinLnBrk="0" hangingPunct="1">
              <a:spcBef>
                <a:spcPct val="20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51" indent="-380982" algn="l" defTabSz="609570" rtl="0" eaLnBrk="1" latinLnBrk="0" hangingPunct="1">
              <a:spcBef>
                <a:spcPct val="20000"/>
              </a:spcBef>
              <a:buFont typeface="Arial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23" indent="-304784" algn="l" defTabSz="60957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493" indent="-304784" algn="l" defTabSz="609570" rtl="0" eaLnBrk="1" latinLnBrk="0" hangingPunct="1">
              <a:spcBef>
                <a:spcPct val="20000"/>
              </a:spcBef>
              <a:buFont typeface="Arial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063" indent="-304784" algn="l" defTabSz="609570" rtl="0" eaLnBrk="1" latinLnBrk="0" hangingPunct="1">
              <a:spcBef>
                <a:spcPct val="20000"/>
              </a:spcBef>
              <a:buFont typeface="Arial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609570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609570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1" indent="-304784" algn="l" defTabSz="609570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609570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7943BD9-44AB-1844-978D-39FE48EF12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300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txStyles>
    <p:titleStyle>
      <a:lvl1pPr algn="ctr" defTabSz="6095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609570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51" indent="-380982" algn="l" defTabSz="609570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23" indent="-304784" algn="l" defTabSz="60957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93" indent="-304784" algn="l" defTabSz="609570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063" indent="-304784" algn="l" defTabSz="609570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3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9FC5C61-B84D-C24D-8F57-10D08D9A2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058938"/>
            <a:ext cx="10363200" cy="1470025"/>
          </a:xfrm>
        </p:spPr>
        <p:txBody>
          <a:bodyPr/>
          <a:lstStyle/>
          <a:p>
            <a:r>
              <a:rPr lang="en-US" dirty="0"/>
              <a:t>AWS Elastic Beanstalk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A38F559-EB91-263C-7DEF-F53A09B1FD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81186" y="2983610"/>
            <a:ext cx="7609479" cy="1009561"/>
          </a:xfrm>
        </p:spPr>
        <p:txBody>
          <a:bodyPr/>
          <a:lstStyle/>
          <a:p>
            <a:r>
              <a:rPr lang="en-US" dirty="0"/>
              <a:t>PAAS</a:t>
            </a:r>
          </a:p>
        </p:txBody>
      </p:sp>
    </p:spTree>
    <p:extLst>
      <p:ext uri="{BB962C8B-B14F-4D97-AF65-F5344CB8AC3E}">
        <p14:creationId xmlns:p14="http://schemas.microsoft.com/office/powerpoint/2010/main" val="39378577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6C9E69-20A9-ACB2-ED31-BC66C94BE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AWS Elastic Beanstalk is a Platform as a Service (PaaS) offered by Amazon Web Services that simplifies the deployment and management of web applications and services</a:t>
            </a:r>
          </a:p>
          <a:p>
            <a:r>
              <a:rPr lang="en-US" dirty="0"/>
              <a:t>It allows developers to upload their application code, and Elastic Beanstalk automatically handles the provisioning and management of the underlying infrastructure, including Amazon EC2 instances, load balancers, auto-scaling, and health monitoring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98E620-0069-5617-8F08-79D31021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</a:t>
            </a:r>
          </a:p>
        </p:txBody>
      </p:sp>
    </p:spTree>
    <p:extLst>
      <p:ext uri="{BB962C8B-B14F-4D97-AF65-F5344CB8AC3E}">
        <p14:creationId xmlns:p14="http://schemas.microsoft.com/office/powerpoint/2010/main" val="3290148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llustrative diagram showing the relationship between an Elastic Beanstalk application and web/worker environments.">
            <a:extLst>
              <a:ext uri="{FF2B5EF4-FFF2-40B4-BE49-F238E27FC236}">
                <a16:creationId xmlns:a16="http://schemas.microsoft.com/office/drawing/2014/main" id="{6A1DCA5A-6E83-FE1B-3727-3A4D64744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09900" y="68263"/>
            <a:ext cx="6172200" cy="6172200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619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BE3842-3C4A-A0F1-1B7C-DB812C769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A05D56-8300-B67E-670C-82F7C0F4E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$ rails new </a:t>
            </a:r>
            <a:r>
              <a:rPr lang="en-US" dirty="0" err="1"/>
              <a:t>eb</a:t>
            </a:r>
            <a:r>
              <a:rPr lang="en-US" dirty="0"/>
              <a:t>-rails --minimal --database=</a:t>
            </a:r>
            <a:r>
              <a:rPr lang="en-US" dirty="0" err="1"/>
              <a:t>postgresql</a:t>
            </a:r>
            <a:endParaRPr lang="en-US" dirty="0"/>
          </a:p>
          <a:p>
            <a:r>
              <a:rPr lang="en-US" dirty="0"/>
              <a:t>$ cd </a:t>
            </a:r>
            <a:r>
              <a:rPr lang="en-US" dirty="0" err="1"/>
              <a:t>eb</a:t>
            </a:r>
            <a:r>
              <a:rPr lang="en-US" dirty="0"/>
              <a:t>-rails</a:t>
            </a:r>
          </a:p>
          <a:p>
            <a:endParaRPr lang="en-US" dirty="0"/>
          </a:p>
          <a:p>
            <a:r>
              <a:rPr lang="en-US" dirty="0"/>
              <a:t>$ bundle lock --add-platform ruby x86_64-linux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9219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A6CB4-8349-307A-C615-08214294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config/</a:t>
            </a:r>
            <a:r>
              <a:rPr lang="en-US" dirty="0" err="1"/>
              <a:t>database.yml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76C85-1803-0F7F-6EAC-D5E59A799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default: &amp;default</a:t>
            </a:r>
          </a:p>
          <a:p>
            <a:r>
              <a:rPr lang="en-US" dirty="0"/>
              <a:t>  adapter: </a:t>
            </a:r>
            <a:r>
              <a:rPr lang="en-US" dirty="0" err="1"/>
              <a:t>postgresql</a:t>
            </a:r>
            <a:endParaRPr lang="en-US" dirty="0"/>
          </a:p>
          <a:p>
            <a:r>
              <a:rPr lang="en-US" dirty="0"/>
              <a:t>  encoding: </a:t>
            </a:r>
            <a:r>
              <a:rPr lang="en-US" dirty="0" err="1"/>
              <a:t>unicode</a:t>
            </a:r>
            <a:endParaRPr lang="en-US" dirty="0"/>
          </a:p>
          <a:p>
            <a:r>
              <a:rPr lang="en-US" dirty="0"/>
              <a:t>  pool: &lt;%= </a:t>
            </a:r>
            <a:r>
              <a:rPr lang="en-US" dirty="0" err="1"/>
              <a:t>ENV.fetch</a:t>
            </a:r>
            <a:r>
              <a:rPr lang="en-US" dirty="0"/>
              <a:t>("RAILS_MAX_THREADS", 5) %&gt;</a:t>
            </a:r>
          </a:p>
          <a:p>
            <a:endParaRPr lang="en-US" dirty="0"/>
          </a:p>
          <a:p>
            <a:r>
              <a:rPr lang="en-US" dirty="0"/>
              <a:t>development:</a:t>
            </a:r>
          </a:p>
          <a:p>
            <a:r>
              <a:rPr lang="en-US" dirty="0"/>
              <a:t>  &lt;&lt;: *default</a:t>
            </a:r>
          </a:p>
          <a:p>
            <a:r>
              <a:rPr lang="en-US" dirty="0"/>
              <a:t>  database: </a:t>
            </a:r>
            <a:r>
              <a:rPr lang="en-US" dirty="0" err="1"/>
              <a:t>eb_rails_development</a:t>
            </a:r>
            <a:endParaRPr lang="en-US" dirty="0"/>
          </a:p>
          <a:p>
            <a:endParaRPr lang="en-US" dirty="0"/>
          </a:p>
          <a:p>
            <a:r>
              <a:rPr lang="en-US" dirty="0"/>
              <a:t>test:</a:t>
            </a:r>
          </a:p>
          <a:p>
            <a:r>
              <a:rPr lang="en-US" dirty="0"/>
              <a:t>  &lt;&lt;: *default</a:t>
            </a:r>
          </a:p>
          <a:p>
            <a:r>
              <a:rPr lang="en-US" dirty="0"/>
              <a:t>  database: </a:t>
            </a:r>
            <a:r>
              <a:rPr lang="en-US" dirty="0" err="1"/>
              <a:t>eb_rails_test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production:</a:t>
            </a:r>
          </a:p>
          <a:p>
            <a:r>
              <a:rPr lang="en-US" dirty="0"/>
              <a:t>  &lt;&lt;: *default</a:t>
            </a:r>
          </a:p>
          <a:p>
            <a:r>
              <a:rPr lang="en-US" dirty="0"/>
              <a:t>  database: &lt;%= </a:t>
            </a:r>
            <a:r>
              <a:rPr lang="en-US" dirty="0" err="1"/>
              <a:t>ENV.fetch</a:t>
            </a:r>
            <a:r>
              <a:rPr lang="en-US" dirty="0"/>
              <a:t>("RDS_DB_NAME", "</a:t>
            </a:r>
            <a:r>
              <a:rPr lang="en-US" dirty="0" err="1"/>
              <a:t>eb_rails_production</a:t>
            </a:r>
            <a:r>
              <a:rPr lang="en-US" dirty="0"/>
              <a:t>") %&gt;</a:t>
            </a:r>
          </a:p>
          <a:p>
            <a:r>
              <a:rPr lang="en-US" dirty="0"/>
              <a:t>  username: &lt;%= </a:t>
            </a:r>
            <a:r>
              <a:rPr lang="en-US" dirty="0" err="1"/>
              <a:t>ENV.fetch</a:t>
            </a:r>
            <a:r>
              <a:rPr lang="en-US" dirty="0"/>
              <a:t>("RDS_USERNAME", "</a:t>
            </a:r>
            <a:r>
              <a:rPr lang="en-US" dirty="0" err="1"/>
              <a:t>myappuser</a:t>
            </a:r>
            <a:r>
              <a:rPr lang="en-US" dirty="0"/>
              <a:t>") %&gt;</a:t>
            </a:r>
          </a:p>
          <a:p>
            <a:r>
              <a:rPr lang="en-US" dirty="0"/>
              <a:t>  password: &lt;%= ENV["RDS_PASSWORD"] %&gt;</a:t>
            </a:r>
          </a:p>
          <a:p>
            <a:r>
              <a:rPr lang="en-US" dirty="0"/>
              <a:t>  host: &lt;%= </a:t>
            </a:r>
            <a:r>
              <a:rPr lang="en-US" dirty="0" err="1"/>
              <a:t>ENV.fetch</a:t>
            </a:r>
            <a:r>
              <a:rPr lang="en-US" dirty="0"/>
              <a:t>("RDS_HOSTNAME", "localhost") %&gt;</a:t>
            </a:r>
          </a:p>
          <a:p>
            <a:r>
              <a:rPr lang="en-US" dirty="0"/>
              <a:t>  port: &lt;%= </a:t>
            </a:r>
            <a:r>
              <a:rPr lang="en-US" dirty="0" err="1"/>
              <a:t>ENV.fetch</a:t>
            </a:r>
            <a:r>
              <a:rPr lang="en-US" dirty="0"/>
              <a:t>("RDS_PORT", 5432) %&gt;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227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FA1F-E5B4-A224-9D3D-57E6DA9A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public/</a:t>
            </a:r>
            <a:r>
              <a:rPr lang="en-US" dirty="0" err="1"/>
              <a:t>index.html</a:t>
            </a:r>
            <a:r>
              <a:rPr lang="en-US" dirty="0"/>
              <a:t> for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FA23-4140-0B28-0536-BA693C5E6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&lt;html&gt;</a:t>
            </a:r>
          </a:p>
          <a:p>
            <a:r>
              <a:rPr lang="en-US" dirty="0"/>
              <a:t>&lt;head&gt;&lt;title&gt;Testing&lt;/title&gt;&lt;/head&gt;</a:t>
            </a:r>
          </a:p>
          <a:p>
            <a:r>
              <a:rPr lang="en-US" dirty="0"/>
              <a:t>&lt;body&gt;&lt;h1&gt;Testing&lt;/</a:t>
            </a:r>
            <a:r>
              <a:rPr lang="en-US" dirty="0" err="1"/>
              <a:t>ht</a:t>
            </a:r>
            <a:r>
              <a:rPr lang="en-US" dirty="0"/>
              <a:t>&gt;&lt;/body&gt;</a:t>
            </a:r>
          </a:p>
          <a:p>
            <a:r>
              <a:rPr lang="en-US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2403195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2AE8-7D71-2655-5AB6-47250202B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F9A54-41FA-15CD-055E-A4B5D97AB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git add .</a:t>
            </a:r>
          </a:p>
          <a:p>
            <a:r>
              <a:rPr lang="en-US" dirty="0"/>
              <a:t>$ git commit -m "Initial"</a:t>
            </a:r>
          </a:p>
        </p:txBody>
      </p:sp>
    </p:spTree>
    <p:extLst>
      <p:ext uri="{BB962C8B-B14F-4D97-AF65-F5344CB8AC3E}">
        <p14:creationId xmlns:p14="http://schemas.microsoft.com/office/powerpoint/2010/main" val="277638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3443F-193C-76FC-673A-373F5E4A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F1036-9DDF-099E-DAB7-19DE716EF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</a:t>
            </a:r>
            <a:r>
              <a:rPr lang="en-US" dirty="0" err="1"/>
              <a:t>init</a:t>
            </a:r>
            <a:r>
              <a:rPr lang="en-US" dirty="0"/>
              <a:t>   # Use defaults, say no to </a:t>
            </a:r>
            <a:r>
              <a:rPr lang="en-US" dirty="0" err="1"/>
              <a:t>CodeCommit</a:t>
            </a:r>
            <a:endParaRPr lang="en-US" dirty="0"/>
          </a:p>
          <a:p>
            <a:r>
              <a:rPr lang="en-US" dirty="0"/>
              <a:t>				# and no to ssh</a:t>
            </a:r>
          </a:p>
          <a:p>
            <a:endParaRPr lang="en-US" dirty="0"/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create production-env \</a:t>
            </a:r>
          </a:p>
          <a:p>
            <a:r>
              <a:rPr lang="en-US" dirty="0"/>
              <a:t>  --</a:t>
            </a:r>
            <a:r>
              <a:rPr lang="en-US" dirty="0" err="1"/>
              <a:t>database.engine</a:t>
            </a:r>
            <a:r>
              <a:rPr lang="en-US" dirty="0"/>
              <a:t> </a:t>
            </a:r>
            <a:r>
              <a:rPr lang="en-US" dirty="0" err="1"/>
              <a:t>postgres</a:t>
            </a:r>
            <a:r>
              <a:rPr lang="en-US" dirty="0"/>
              <a:t> \</a:t>
            </a:r>
          </a:p>
          <a:p>
            <a:r>
              <a:rPr lang="en-US" dirty="0"/>
              <a:t>  --</a:t>
            </a:r>
            <a:r>
              <a:rPr lang="en-US" dirty="0" err="1"/>
              <a:t>database.username</a:t>
            </a:r>
            <a:r>
              <a:rPr lang="en-US" dirty="0"/>
              <a:t> </a:t>
            </a:r>
            <a:r>
              <a:rPr lang="en-US" dirty="0" err="1"/>
              <a:t>myappuser</a:t>
            </a:r>
            <a:r>
              <a:rPr lang="en-US" dirty="0"/>
              <a:t> \</a:t>
            </a:r>
          </a:p>
          <a:p>
            <a:r>
              <a:rPr lang="en-US" dirty="0"/>
              <a:t>  --</a:t>
            </a:r>
            <a:r>
              <a:rPr lang="en-US" dirty="0" err="1"/>
              <a:t>database.password</a:t>
            </a:r>
            <a:r>
              <a:rPr lang="en-US" dirty="0"/>
              <a:t> 'S0m3Str0ngPass' \</a:t>
            </a:r>
          </a:p>
          <a:p>
            <a:r>
              <a:rPr lang="en-US" dirty="0"/>
              <a:t>  --</a:t>
            </a:r>
            <a:r>
              <a:rPr lang="en-US" dirty="0" err="1"/>
              <a:t>envvars</a:t>
            </a:r>
            <a:r>
              <a:rPr lang="en-US" dirty="0"/>
              <a:t> "SECRET_KEY_BASE=$(bin/rails secret),RAILS_ENV=</a:t>
            </a:r>
            <a:r>
              <a:rPr lang="en-US" dirty="0" err="1"/>
              <a:t>production,RAILS_LOG_TO_STDOUT</a:t>
            </a:r>
            <a:r>
              <a:rPr lang="en-US" dirty="0"/>
              <a:t>=</a:t>
            </a:r>
            <a:r>
              <a:rPr lang="en-US" dirty="0" err="1"/>
              <a:t>true,RAILS_SERVE_STATIC_FILES</a:t>
            </a:r>
            <a:r>
              <a:rPr lang="en-US" dirty="0"/>
              <a:t>=true"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837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71D2-3F51-0C85-4FDA-3909113C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2A373-4B4C-EEBB-2831-FF1B7E00E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open</a:t>
            </a:r>
          </a:p>
        </p:txBody>
      </p:sp>
    </p:spTree>
    <p:extLst>
      <p:ext uri="{BB962C8B-B14F-4D97-AF65-F5344CB8AC3E}">
        <p14:creationId xmlns:p14="http://schemas.microsoft.com/office/powerpoint/2010/main" val="2450712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11603-3EA8-ED77-4118-DEEC19B6E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CA6A-F926-01CD-509F-E2F53D188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git commit –m “…”</a:t>
            </a:r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deploy</a:t>
            </a:r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open</a:t>
            </a:r>
          </a:p>
        </p:txBody>
      </p:sp>
    </p:spTree>
    <p:extLst>
      <p:ext uri="{BB962C8B-B14F-4D97-AF65-F5344CB8AC3E}">
        <p14:creationId xmlns:p14="http://schemas.microsoft.com/office/powerpoint/2010/main" val="4263364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1B87-91D3-776B-3F14-7CCDC538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B762-BCF0-B6D8-B2C0-119DEB5AD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status	</a:t>
            </a:r>
            <a:r>
              <a:rPr lang="en-US" i="1" dirty="0"/>
              <a:t># Check environment status</a:t>
            </a:r>
            <a:r>
              <a:rPr lang="en-US" dirty="0"/>
              <a:t> </a:t>
            </a:r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logs	</a:t>
            </a:r>
            <a:r>
              <a:rPr lang="en-US" i="1" dirty="0"/>
              <a:t># View application logs</a:t>
            </a:r>
            <a:r>
              <a:rPr lang="en-US" dirty="0"/>
              <a:t> </a:t>
            </a:r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ssh		</a:t>
            </a:r>
            <a:r>
              <a:rPr lang="en-US" i="1" dirty="0"/>
              <a:t># SSH into the instance</a:t>
            </a:r>
          </a:p>
          <a:p>
            <a:r>
              <a:rPr lang="en-US" dirty="0"/>
              <a:t>$ </a:t>
            </a:r>
            <a:r>
              <a:rPr lang="en-US" dirty="0" err="1"/>
              <a:t>eb</a:t>
            </a:r>
            <a:r>
              <a:rPr lang="en-US" dirty="0"/>
              <a:t> list	</a:t>
            </a:r>
            <a:r>
              <a:rPr lang="en-US" i="1" dirty="0"/>
              <a:t># List all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018272"/>
      </p:ext>
    </p:extLst>
  </p:cSld>
  <p:clrMapOvr>
    <a:masterClrMapping/>
  </p:clrMapOvr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9DD2CDB-A181-F945-ADD9-05B41BED0346}" vid="{739F90C6-ACCF-9945-B1AA-B9555E82DD2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96</TotalTime>
  <Words>429</Words>
  <Application>Microsoft Macintosh PowerPoint</Application>
  <PresentationFormat>Widescreen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Menlo</vt:lpstr>
      <vt:lpstr>MSU Denver 16x9</vt:lpstr>
      <vt:lpstr>AWS Elastic Beanstalk</vt:lpstr>
      <vt:lpstr>Gemini</vt:lpstr>
      <vt:lpstr>PowerPoint Presentation</vt:lpstr>
      <vt:lpstr>Rails</vt:lpstr>
      <vt:lpstr>config/database.yml</vt:lpstr>
      <vt:lpstr>A public/index.html for Testing</vt:lpstr>
      <vt:lpstr>Commit</vt:lpstr>
      <vt:lpstr>Creation</vt:lpstr>
      <vt:lpstr>Finally</vt:lpstr>
      <vt:lpstr>Changes</vt:lpstr>
      <vt:lpstr>Useful Commands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5</cp:revision>
  <dcterms:created xsi:type="dcterms:W3CDTF">2025-12-05T01:59:51Z</dcterms:created>
  <dcterms:modified xsi:type="dcterms:W3CDTF">2025-12-05T03:36:18Z</dcterms:modified>
</cp:coreProperties>
</file>