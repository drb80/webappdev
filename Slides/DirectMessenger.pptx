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98"/>
    <p:restoredTop sz="94542"/>
  </p:normalViewPr>
  <p:slideViewPr>
    <p:cSldViewPr snapToGrid="0">
      <p:cViewPr varScale="1">
        <p:scale>
          <a:sx n="82" d="100"/>
          <a:sy n="82" d="100"/>
        </p:scale>
        <p:origin x="7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058938"/>
            <a:ext cx="10363200" cy="1470025"/>
          </a:xfr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baseline="0" dirty="0">
                <a:solidFill>
                  <a:schemeClr val="tx1"/>
                </a:solidFill>
              </a:rPr>
              <a:t>Click to edit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281186" y="2983610"/>
            <a:ext cx="7609479" cy="1009561"/>
          </a:xfrm>
          <a:prstGeom prst="roundRect">
            <a:avLst>
              <a:gd name="adj" fmla="val 37895"/>
            </a:avLst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anchor="ctr" anchorCtr="0"/>
          <a:lstStyle>
            <a:lvl1pPr marL="0" indent="0" algn="ctr">
              <a:buNone/>
              <a:defRPr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409C91-6E3E-5409-2F44-4E770C50190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DFE27AF-7CD1-3844-AEE8-F7BA3575ECFE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4118C6-B924-AA1F-AEFC-17607998D78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E93608-8881-8010-4D06-440F9FBB6B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C4E492-0BB0-1D41-A747-6FED65FF6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922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39033B-5031-2DE5-AF8A-E269BDEE8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27AF-7CD1-3844-AEE8-F7BA3575ECFE}" type="datetimeFigureOut">
              <a:rPr lang="en-US" smtClean="0"/>
              <a:t>9/29/26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CC0AD20-1FAB-5697-725E-A23B4E11A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85ADDAF-31A4-85DD-32A3-DD43B60F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E492-0BB0-1D41-A747-6FED65FF6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295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EEF9C46-CD18-5177-41DC-5A44F050B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27AF-7CD1-3844-AEE8-F7BA3575ECFE}" type="datetimeFigureOut">
              <a:rPr lang="en-US" smtClean="0"/>
              <a:t>9/29/26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6447FE1-5C78-6FAD-D883-46A9B247C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EAED22-447D-B036-C934-3337B57F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E492-0BB0-1D41-A747-6FED65FF6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890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2487"/>
            <a:ext cx="5321600" cy="4525963"/>
          </a:xfrm>
          <a:ln w="25400" cap="flat">
            <a:solidFill>
              <a:schemeClr val="tx1"/>
            </a:solidFill>
            <a:round/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3C3831-60B9-204A-AB0D-53E619F83C5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0800" y="1592837"/>
            <a:ext cx="5321600" cy="4525963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19512-769A-1A2D-AE4B-615827F538D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DFE27AF-7CD1-3844-AEE8-F7BA3575ECFE}" type="datetimeFigureOut">
              <a:rPr lang="en-US" smtClean="0"/>
              <a:t>9/29/26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8537417-0F7B-4AB8-2913-FC8911CF4D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C508543-3E8A-F349-1E14-7A34163E0A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CC4E492-0BB0-1D41-A747-6FED65FF6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39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406051" y="6308727"/>
            <a:ext cx="1169155" cy="485424"/>
          </a:xfrm>
          <a:prstGeom prst="rect">
            <a:avLst/>
          </a:prstGeom>
        </p:spPr>
        <p:txBody>
          <a:bodyPr/>
          <a:lstStyle/>
          <a:p>
            <a:fld id="{3DFE27AF-7CD1-3844-AEE8-F7BA3575ECFE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E492-0BB0-1D41-A747-6FED65FF6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64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92DC31-8A1B-D6EF-9DCB-F31748611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27AF-7CD1-3844-AEE8-F7BA3575ECFE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733F8A-5589-31C8-DB78-246D75351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4200DB-D3DA-2D0A-8CD3-6E48E32FC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E492-0BB0-1D41-A747-6FED65FF6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04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C487D0D-A6BE-50D0-4804-465FF9AE0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27AF-7CD1-3844-AEE8-F7BA3575ECFE}" type="datetimeFigureOut">
              <a:rPr lang="en-US" smtClean="0"/>
              <a:t>9/29/26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4343B0-C3EA-68AB-7293-4C580E1ED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8496D9-0557-9109-1A11-35D97D8F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E492-0BB0-1D41-A747-6FED65FF6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557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B955B-3757-0FEC-8150-652A2829B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921168"/>
            <a:ext cx="9144000" cy="1015663"/>
          </a:xfrm>
        </p:spPr>
        <p:txBody>
          <a:bodyPr anchor="ctr" anchorCtr="0">
            <a:sp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Section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3134-95A2-6423-76C0-9D75A168C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27AF-7CD1-3844-AEE8-F7BA3575ECFE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9F5F4-E2F3-BFD8-53AA-6A6F195F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90BEB-A9D1-FF29-0E8C-A755B6F9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E492-0BB0-1D41-A747-6FED65FF6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945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3C985-5386-4F4F-C219-1FF9DB57E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0CB23-9A04-6D4B-EC01-46006780C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75FD3-9331-2933-7C92-C43D6A3C9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27AF-7CD1-3844-AEE8-F7BA3575ECFE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CBD97-0334-1ABB-C73E-267FADEBC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E3E44-7A65-D95B-7F63-2C5949CD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E492-0BB0-1D41-A747-6FED65FF6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95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oundRect">
            <a:avLst>
              <a:gd name="adj" fmla="val 44167"/>
            </a:avLst>
          </a:prstGeom>
          <a:solidFill>
            <a:schemeClr val="bg1">
              <a:alpha val="95000"/>
            </a:schemeClr>
          </a:solidFill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ound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81808" y="6308726"/>
            <a:ext cx="8605793" cy="487680"/>
          </a:xfrm>
          <a:prstGeom prst="roundRect">
            <a:avLst>
              <a:gd name="adj" fmla="val 4889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95113" y="6308726"/>
            <a:ext cx="879777" cy="487680"/>
          </a:xfrm>
          <a:prstGeom prst="roundRect">
            <a:avLst>
              <a:gd name="adj" fmla="val 4303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C4E492-0BB0-1D41-A747-6FED65FF6BF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B6740CB2-DC30-5DDB-24B8-219C9C3F5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5141" y="6308726"/>
            <a:ext cx="1169155" cy="487680"/>
          </a:xfrm>
          <a:prstGeom prst="roundRect">
            <a:avLst>
              <a:gd name="adj" fmla="val 4889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anchor="ctr" anchorCtr="0"/>
          <a:lstStyle>
            <a:lvl1pPr algn="ctr">
              <a:defRPr sz="1600"/>
            </a:lvl1pPr>
          </a:lstStyle>
          <a:p>
            <a:fld id="{3DFE27AF-7CD1-3844-AEE8-F7BA3575ECFE}" type="datetimeFigureOut">
              <a:rPr lang="en-US" smtClean="0"/>
              <a:t>9/29/26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11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  <p:txStyles>
    <p:titleStyle>
      <a:lvl1pPr algn="ctr" defTabSz="6095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609570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51" indent="-380982" algn="l" defTabSz="609570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23" indent="-304784" algn="l" defTabSz="60957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93" indent="-304784" algn="l" defTabSz="609570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3" indent="-304784" algn="l" defTabSz="609570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7B870-A4FB-70F8-4C47-0FA53AF4D3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Direct Messaging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5DA2A-61AC-8F3F-2A20-3DF6E1CC77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40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AFDCFB-E0DE-8DED-E1BF-23FAD898D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3BD14-BAFF-3124-921A-6CD43630C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rails generate scaffold Message </a:t>
            </a:r>
            <a:r>
              <a:rPr lang="en-US" sz="2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message:string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498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1B9C04-1A63-1AEF-FC77-C8D408759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1FC22-BF3A-3465-33EA-418921AD5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algn="just">
              <a:lnSpc>
                <a:spcPct val="115000"/>
              </a:lnSpc>
              <a:spcBef>
                <a:spcPts val="500"/>
              </a:spcBef>
              <a:buNone/>
            </a:pPr>
            <a:r>
              <a:rPr lang="en-US" sz="14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# app/models/</a:t>
            </a:r>
            <a:r>
              <a:rPr lang="en-US" sz="14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message.rb</a:t>
            </a:r>
            <a:endParaRPr lang="en-US" sz="1400" dirty="0">
              <a:effectLst/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pPr marL="0" marR="0" algn="just">
              <a:lnSpc>
                <a:spcPct val="115000"/>
              </a:lnSpc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class Message &lt;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ApplicationRecord</a:t>
            </a:r>
            <a:endParaRPr lang="en-US" sz="1400" dirty="0">
              <a:effectLst/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pPr marL="0" marR="0" algn="just">
              <a:lnSpc>
                <a:spcPct val="115000"/>
              </a:lnSpc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after_create_commit</a:t>
            </a:r>
            <a:r>
              <a:rPr lang="en-U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{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broadcast_append_to</a:t>
            </a:r>
            <a:r>
              <a:rPr lang="en-U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"messages" }</a:t>
            </a:r>
            <a:endParaRPr lang="en-US" sz="1400" dirty="0">
              <a:effectLst/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pPr marL="0" marR="0" algn="just">
              <a:lnSpc>
                <a:spcPct val="115000"/>
              </a:lnSpc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after_update_commit</a:t>
            </a:r>
            <a:r>
              <a:rPr lang="en-U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{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broadcast_update_to</a:t>
            </a:r>
            <a:r>
              <a:rPr lang="en-U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"messages" }</a:t>
            </a:r>
            <a:endParaRPr lang="en-US" sz="1400" dirty="0">
              <a:effectLst/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pPr marL="0" marR="0" algn="just">
              <a:lnSpc>
                <a:spcPct val="115000"/>
              </a:lnSpc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after_destroy_commit</a:t>
            </a:r>
            <a:r>
              <a:rPr lang="en-U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{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broadcast_remove_to</a:t>
            </a:r>
            <a:r>
              <a:rPr lang="en-U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"messages" }</a:t>
            </a:r>
            <a:endParaRPr lang="en-US" sz="1400" dirty="0">
              <a:effectLst/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pPr marL="0" marR="0" algn="just">
              <a:lnSpc>
                <a:spcPct val="115000"/>
              </a:lnSpc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</a:t>
            </a:r>
            <a:endParaRPr lang="en-US" sz="1400" dirty="0">
              <a:effectLst/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1986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FC6994-DC2A-E0B9-D822-7D0BB858D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394DD-8EF8-7CD9-09DE-253661A13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marR="0" algn="just">
              <a:lnSpc>
                <a:spcPct val="115000"/>
              </a:lnSpc>
              <a:buNone/>
            </a:pPr>
            <a:r>
              <a:rPr lang="en-US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# app/views/messages/</a:t>
            </a:r>
            <a:r>
              <a:rPr lang="en-US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index.html.erb</a:t>
            </a:r>
            <a:endParaRPr lang="en-US" dirty="0"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pPr marL="0" marR="0" algn="just">
              <a:lnSpc>
                <a:spcPct val="115000"/>
              </a:lnSpc>
              <a:buNone/>
            </a:pPr>
            <a:r>
              <a:rPr 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&lt;p style="color: green"&gt;&lt;%= notice %&gt;&lt;/p&gt;</a:t>
            </a:r>
            <a:endParaRPr lang="en-US" dirty="0"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pPr marL="0" marR="0" algn="just">
              <a:lnSpc>
                <a:spcPct val="115000"/>
              </a:lnSpc>
              <a:buNone/>
            </a:pPr>
            <a:r>
              <a:rPr 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&lt;h1&gt;Messages&lt;/h1&gt;</a:t>
            </a:r>
            <a:endParaRPr lang="en-US" dirty="0"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pPr marL="0" marR="0" algn="just">
              <a:lnSpc>
                <a:spcPct val="115000"/>
              </a:lnSpc>
              <a:buNone/>
            </a:pPr>
            <a:r>
              <a:rPr 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&lt;%= </a:t>
            </a:r>
            <a:r>
              <a:rPr lang="en-US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turbo_stream_from</a:t>
            </a:r>
            <a:r>
              <a:rPr 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"messages" %&gt;</a:t>
            </a:r>
            <a:endParaRPr lang="en-US" dirty="0"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pPr marL="0" marR="0" algn="just">
              <a:lnSpc>
                <a:spcPct val="115000"/>
              </a:lnSpc>
              <a:buNone/>
            </a:pPr>
            <a:r>
              <a:rPr 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&lt;div id="messages"&gt;</a:t>
            </a:r>
            <a:endParaRPr lang="en-US" dirty="0"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pPr marL="0" marR="0" algn="just">
              <a:lnSpc>
                <a:spcPct val="115000"/>
              </a:lnSpc>
              <a:buNone/>
            </a:pPr>
            <a:r>
              <a:rPr 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&lt;% @</a:t>
            </a:r>
            <a:r>
              <a:rPr lang="en-US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messages.each</a:t>
            </a:r>
            <a:r>
              <a:rPr 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do |message| %&gt;</a:t>
            </a:r>
            <a:endParaRPr lang="en-US" dirty="0"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pPr marL="0" marR="0" algn="just">
              <a:lnSpc>
                <a:spcPct val="115000"/>
              </a:lnSpc>
              <a:buNone/>
            </a:pPr>
            <a:r>
              <a:rPr 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&lt;%= render message %&gt;</a:t>
            </a:r>
            <a:endParaRPr lang="en-US" dirty="0"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pPr marL="0" marR="0" algn="just">
              <a:lnSpc>
                <a:spcPct val="115000"/>
              </a:lnSpc>
              <a:buNone/>
            </a:pPr>
            <a:r>
              <a:rPr 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&lt;p&gt;</a:t>
            </a:r>
            <a:endParaRPr lang="en-US" dirty="0"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pPr marL="0" marR="0" algn="just">
              <a:lnSpc>
                <a:spcPct val="115000"/>
              </a:lnSpc>
              <a:buNone/>
            </a:pPr>
            <a:r>
              <a:rPr 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&lt;%= </a:t>
            </a:r>
            <a:r>
              <a:rPr lang="en-US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link_to</a:t>
            </a:r>
            <a:r>
              <a:rPr 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"Show this message", message %&gt;</a:t>
            </a:r>
            <a:endParaRPr lang="en-US" dirty="0"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pPr marL="0" marR="0" algn="just">
              <a:lnSpc>
                <a:spcPct val="115000"/>
              </a:lnSpc>
              <a:buNone/>
            </a:pPr>
            <a:r>
              <a:rPr 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&lt;/p&gt;</a:t>
            </a:r>
            <a:endParaRPr lang="en-US" dirty="0"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pPr marL="0" marR="0" algn="just">
              <a:lnSpc>
                <a:spcPct val="115000"/>
              </a:lnSpc>
              <a:buNone/>
            </a:pPr>
            <a:r>
              <a:rPr 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&lt;% end %&gt;</a:t>
            </a:r>
            <a:endParaRPr lang="en-US" dirty="0"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pPr marL="0" marR="0" algn="just">
              <a:lnSpc>
                <a:spcPct val="115000"/>
              </a:lnSpc>
              <a:buNone/>
            </a:pPr>
            <a:r>
              <a:rPr 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&lt;/div&gt;</a:t>
            </a:r>
            <a:endParaRPr lang="en-US" dirty="0"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pPr marL="0" marR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&lt;%= </a:t>
            </a:r>
            <a:r>
              <a:rPr lang="en-US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link_to</a:t>
            </a:r>
            <a:r>
              <a:rPr 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"New message", </a:t>
            </a:r>
            <a:r>
              <a:rPr lang="en-US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new_message_path</a:t>
            </a:r>
            <a:r>
              <a:rPr 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%&gt;</a:t>
            </a:r>
            <a:endParaRPr lang="en-US" dirty="0"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38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MSU Denver 16x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hapter01.pptx" id="{85C1B3FA-0721-D54A-A73A-184B6A338229}" vid="{92464662-74CA-944C-95EE-729496A6E2D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</Template>
  <TotalTime>3997</TotalTime>
  <Words>174</Words>
  <Application>Microsoft Macintosh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Courier New</vt:lpstr>
      <vt:lpstr>Menlo</vt:lpstr>
      <vt:lpstr>MSU Denver 16x9</vt:lpstr>
      <vt:lpstr>Direct Messaging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Beaty</dc:creator>
  <cp:lastModifiedBy>Steve Beaty</cp:lastModifiedBy>
  <cp:revision>2</cp:revision>
  <dcterms:created xsi:type="dcterms:W3CDTF">2025-10-02T19:43:02Z</dcterms:created>
  <dcterms:modified xsi:type="dcterms:W3CDTF">2026-09-29T17:32:17Z</dcterms:modified>
</cp:coreProperties>
</file>